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17a58c2204c28" /><Relationship Type="http://schemas.openxmlformats.org/officeDocument/2006/relationships/extended-properties" Target="/docProps/app.xml" Id="Rcf4aa7e4322b4b47" /><Relationship Type="http://schemas.openxmlformats.org/officeDocument/2006/relationships/officeDocument" Target="/ppt/presentation.xml" Id="R6bd59cb9dd154c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37e6f096474eee"/>
  </p:sldMasterIdLst>
  <p:notesMasterIdLst>
    <p:notesMasterId xmlns:r="http://schemas.openxmlformats.org/officeDocument/2006/relationships" r:id="Rdeaa5619311e4147"/>
  </p:notesMasterIdLst>
  <p:sldIdLst>
    <p:sldId xmlns:r="http://schemas.openxmlformats.org/officeDocument/2006/relationships" id="256" r:id="R716793d2d17948f6"/>
    <p:sldId xmlns:r="http://schemas.openxmlformats.org/officeDocument/2006/relationships" id="257" r:id="R66804599e588480f"/>
    <p:sldId xmlns:r="http://schemas.openxmlformats.org/officeDocument/2006/relationships" id="258" r:id="Rbcad1dce72c549c9"/>
    <p:sldId xmlns:r="http://schemas.openxmlformats.org/officeDocument/2006/relationships" id="259" r:id="R86c170c9bf7b40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ccce835f8d463d" /><Relationship Type="http://schemas.openxmlformats.org/officeDocument/2006/relationships/slideMaster" Target="/ppt/slideMasters/slideMaster1.xml" Id="R0a37e6f096474eee" /><Relationship Type="http://schemas.openxmlformats.org/officeDocument/2006/relationships/notesMaster" Target="/ppt/notesMasters/notesMaster1.xml" Id="Rdeaa5619311e4147" /><Relationship Type="http://schemas.openxmlformats.org/officeDocument/2006/relationships/presProps" Target="/ppt/presProps.xml" Id="Rfc07cb89629e4353" /><Relationship Type="http://schemas.openxmlformats.org/officeDocument/2006/relationships/tableStyles" Target="/ppt/tableStyles.xml" Id="R6d9f184ac77b4a93" /><Relationship Type="http://schemas.openxmlformats.org/officeDocument/2006/relationships/slide" Target="/ppt/slides/slide1.xml" Id="R716793d2d17948f6" /><Relationship Type="http://schemas.openxmlformats.org/officeDocument/2006/relationships/slide" Target="/ppt/slides/slide2.xml" Id="R66804599e588480f" /><Relationship Type="http://schemas.openxmlformats.org/officeDocument/2006/relationships/slide" Target="/ppt/slides/slide3.xml" Id="Rbcad1dce72c549c9" /><Relationship Type="http://schemas.openxmlformats.org/officeDocument/2006/relationships/slide" Target="/ppt/slides/slide4.xml" Id="R86c170c9bf7b40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8eaf816a7b4e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cientific Palette Studio">
      <a:dk1>
        <a:srgbClr val="182533"/>
      </a:dk1>
      <a:lt1>
        <a:srgbClr val="FFFFFF"/>
      </a:lt1>
      <a:dk2>
        <a:srgbClr val="445465"/>
      </a:dk2>
      <a:lt2>
        <a:srgbClr val="F1F4F7"/>
      </a:lt2>
      <a:accent1>
        <a:srgbClr val="28669B"/>
      </a:accent1>
      <a:accent2>
        <a:srgbClr val="DB7853"/>
      </a:accent2>
      <a:accent3>
        <a:srgbClr val="439B91"/>
      </a:accent3>
      <a:accent4>
        <a:srgbClr val="9274AA"/>
      </a:accent4>
      <a:accent5>
        <a:srgbClr val="D1AA45"/>
      </a:accent5>
      <a:accent6>
        <a:srgbClr val="BA637F"/>
      </a:accent6>
      <a:hlink>
        <a:srgbClr val="28669B"/>
      </a:hlink>
      <a:folHlink>
        <a:srgbClr val="BA637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cientific Palette Stud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aa986423844f80" /><Relationship Type="http://schemas.openxmlformats.org/officeDocument/2006/relationships/notesMaster" Target="/ppt/notesMasters/notesMaster1.xml" Id="R67917da02c5548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9c4343d34c42e3" /><Relationship Type="http://schemas.openxmlformats.org/officeDocument/2006/relationships/notesMaster" Target="/ppt/notesMasters/notesMaster1.xml" Id="R8c43c0e103e948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c06bec6a204998" /><Relationship Type="http://schemas.openxmlformats.org/officeDocument/2006/relationships/notesMaster" Target="/ppt/notesMasters/notesMaster1.xml" Id="Re86f71e421a3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bda40d0c304035" /><Relationship Type="http://schemas.openxmlformats.org/officeDocument/2006/relationships/notesMaster" Target="/ppt/notesMasters/notesMaster1.xml" Id="R84373f5e1a254f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3309f3a2047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db26e674b40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395044c4641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2c781b88944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77e56fcab4c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8ff7adb8441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1CA7CE-75DA-443A-8401-2D64ADD50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3DE513-DA4E-4D25-9886-FB161AC2A4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BE74F8-E973-4DF2-B29C-DCF1523831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EFA9BC-B91D-444C-BD65-0B02D68678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E1776E-1372-4BEC-AD92-1EE45F3DD7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5997E0-7F0B-42CB-82FC-29925B2A0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EA27B0-29E6-461F-9DFC-5ED8E2344F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62A7F7-E34C-418B-BAC5-06FC630724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552643-2C48-4FB0-B0F5-C73632CC5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44D17F-9984-4179-B71A-9C5ED3BEBC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37d9b8e70f4ca6" /><Relationship Type="http://schemas.openxmlformats.org/officeDocument/2006/relationships/slideLayout" Target="/ppt/slideLayouts/slideLayout1.xml" Id="R6d248aedcb694dd5" /><Relationship Type="http://schemas.openxmlformats.org/officeDocument/2006/relationships/slideLayout" Target="/ppt/slideLayouts/slideLayout2.xml" Id="R1f1684290df0476c" /><Relationship Type="http://schemas.openxmlformats.org/officeDocument/2006/relationships/slideLayout" Target="/ppt/slideLayouts/slideLayout3.xml" Id="Ra092ad5f557b432b" /><Relationship Type="http://schemas.openxmlformats.org/officeDocument/2006/relationships/slideLayout" Target="/ppt/slideLayouts/slideLayout4.xml" Id="R3507edde2f014e0e" /><Relationship Type="http://schemas.openxmlformats.org/officeDocument/2006/relationships/slideLayout" Target="/ppt/slideLayouts/slideLayout5.xml" Id="R36b1c14af6ec4334" /><Relationship Type="http://schemas.openxmlformats.org/officeDocument/2006/relationships/slideLayout" Target="/ppt/slideLayouts/slideLayout6.xml" Id="R5f39743d80ec40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248aedcb694dd5"/>
    <p:sldLayoutId xmlns:r="http://schemas.openxmlformats.org/officeDocument/2006/relationships" id="2147483650" r:id="R1f1684290df0476c"/>
    <p:sldLayoutId xmlns:r="http://schemas.openxmlformats.org/officeDocument/2006/relationships" id="2147483651" r:id="Ra092ad5f557b432b"/>
    <p:sldLayoutId xmlns:r="http://schemas.openxmlformats.org/officeDocument/2006/relationships" id="2147483652" r:id="R3507edde2f014e0e"/>
    <p:sldLayoutId xmlns:r="http://schemas.openxmlformats.org/officeDocument/2006/relationships" id="2147483653" r:id="R36b1c14af6ec4334"/>
    <p:sldLayoutId xmlns:r="http://schemas.openxmlformats.org/officeDocument/2006/relationships" id="2147483654" r:id="R5f39743d80ec40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cientific Palette Studio">
      <a:dk1>
        <a:srgbClr val="182533"/>
      </a:dk1>
      <a:lt1>
        <a:srgbClr val="FFFFFF"/>
      </a:lt1>
      <a:dk2>
        <a:srgbClr val="445465"/>
      </a:dk2>
      <a:lt2>
        <a:srgbClr val="F1F4F7"/>
      </a:lt2>
      <a:accent1>
        <a:srgbClr val="28669B"/>
      </a:accent1>
      <a:accent2>
        <a:srgbClr val="DB7853"/>
      </a:accent2>
      <a:accent3>
        <a:srgbClr val="439B91"/>
      </a:accent3>
      <a:accent4>
        <a:srgbClr val="9274AA"/>
      </a:accent4>
      <a:accent5>
        <a:srgbClr val="D1AA45"/>
      </a:accent5>
      <a:accent6>
        <a:srgbClr val="BA637F"/>
      </a:accent6>
      <a:hlink>
        <a:srgbClr val="28669B"/>
      </a:hlink>
      <a:folHlink>
        <a:srgbClr val="BA637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cientific Palette Stud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4bcd0be6645ed" /><Relationship Type="http://schemas.openxmlformats.org/officeDocument/2006/relationships/notesSlide" Target="/ppt/notesSlides/notesSlide1.xml" Id="R72d9723f08184e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316927ce440f5" /><Relationship Type="http://schemas.openxmlformats.org/officeDocument/2006/relationships/notesSlide" Target="/ppt/notesSlides/notesSlide2.xml" Id="R8014454e0ae74d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a09ae631b43de" /><Relationship Type="http://schemas.openxmlformats.org/officeDocument/2006/relationships/notesSlide" Target="/ppt/notesSlides/notesSlide3.xml" Id="R5715fd785a7d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2909c8bac425b" /><Relationship Type="http://schemas.openxmlformats.org/officeDocument/2006/relationships/notesSlide" Target="/ppt/notesSlides/notesSlide4.xml" Id="R607df238e3fd4e70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" name="PALETTE_TITLE">
            <a:extLst>
              <a:ext uri="{FF2B5EF4-FFF2-40B4-BE49-F238E27FC236}">
                <ns2:creationId id="{5F5FE37F-A083-4F25-8FEB-92D86C4E95B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533"/>
                </a:solidFill>
              </a:defRPr>
            </a:defPPr>
          </a:lstStyle>
          <a:p>
            <a:pPr>
              <a:defRPr sz="3300" b="1">
                <a:solidFill>
                  <a:srgbClr val="182533"/>
                </a:solidFill>
              </a:defRPr>
            </a:pPr>
            <a:r>
              <a:rPr sz="3300" b="1">
                <a:solidFill>
                  <a:srgbClr val="182533"/>
                </a:solidFill>
              </a:rPr>
              <a:t>Mineral &amp; molecular colors</a:t>
            </a:r>
          </a:p>
        </p:txBody>
      </p:sp>
      <p:sp>
        <p:nvSpPr>
          <p:cNvPr id="2" name="SUBTITLE">
            <a:extLst>
              <a:ext uri="{FF2B5EF4-FFF2-40B4-BE49-F238E27FC236}">
                <ns2:creationId id="{2C3FE135-B8F1-49AB-B4C4-570252EC12E4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45465"/>
                </a:solidFill>
              </a:defRPr>
            </a:defPPr>
          </a:lstStyle>
          <a:p>
            <a:pPr>
              <a:defRPr sz="1875" b="0">
                <a:solidFill>
                  <a:srgbClr val="445465"/>
                </a:solidFill>
              </a:defRPr>
            </a:pPr>
            <a:r>
              <a:rPr sz="1875" b="0">
                <a:solidFill>
                  <a:srgbClr val="445465"/>
                </a:solidFill>
              </a:rPr>
              <a:t>Editable swatches / exact sRGB values</a:t>
            </a:r>
          </a:p>
        </p:txBody>
      </p:sp>
      <p:sp>
        <p:nvSpPr>
          <p:cNvPr id="3" name="MAIN-0">
            <a:extLst>
              <a:ext uri="{FF2B5EF4-FFF2-40B4-BE49-F238E27FC236}">
                <ns2:creationId id="{FBB5F7A0-AF26-4E89-8C7C-69CA11EB5099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543175" cy="1047750"/>
          </a:xfrm>
          <a:prstGeom prst="rect">
            <a:avLst/>
          </a:prstGeom>
          <a:solidFill>
            <a:srgbClr val="28669B"/>
          </a:solidFill>
          <a:ln w="0">
            <a:noFill/>
          </a:ln>
        </p:spPr>
      </p:sp>
      <p:sp>
        <p:nvSpPr>
          <p:cNvPr id="4" name="HEX-0">
            <a:extLst>
              <a:ext uri="{FF2B5EF4-FFF2-40B4-BE49-F238E27FC236}">
                <ns2:creationId id="{8DDE7BC0-1C76-4665-B70E-5C89C3D08CDC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01  #28669B</a:t>
            </a:r>
          </a:p>
        </p:txBody>
      </p:sp>
      <p:sp>
        <p:nvSpPr>
          <p:cNvPr id="5" name="RGB-0">
            <a:extLst>
              <a:ext uri="{FF2B5EF4-FFF2-40B4-BE49-F238E27FC236}">
                <ns2:creationId id="{4A50D016-CF7F-4833-ADF0-A63ED49764CB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40 / 102 / 155</a:t>
            </a:r>
          </a:p>
        </p:txBody>
      </p:sp>
      <p:sp>
        <p:nvSpPr>
          <p:cNvPr id="6" name="MAIN-1">
            <a:extLst>
              <a:ext uri="{FF2B5EF4-FFF2-40B4-BE49-F238E27FC236}">
                <ns2:creationId id="{CA8760A7-FAAE-408D-BF1C-BCE77A213D22}"/>
              </a:ext>
            </a:extLst>
          </p:cNvPr>
          <p:cNvSpPr>
            <a:spLocks noGrp="1"/>
          </p:cNvSpPr>
          <p:nvPr/>
        </p:nvSpPr>
        <p:spPr>
          <a:xfrm>
            <a:off x="3343275" y="1714500"/>
            <a:ext cx="2543175" cy="1047750"/>
          </a:xfrm>
          <a:prstGeom prst="rect">
            <a:avLst/>
          </a:prstGeom>
          <a:solidFill>
            <a:srgbClr val="DB7853"/>
          </a:solidFill>
          <a:ln w="0">
            <a:noFill/>
          </a:ln>
        </p:spPr>
      </p:sp>
      <p:sp>
        <p:nvSpPr>
          <p:cNvPr id="7" name="HEX-1">
            <a:extLst>
              <a:ext uri="{FF2B5EF4-FFF2-40B4-BE49-F238E27FC236}">
                <ns2:creationId id="{9DA28D93-8480-4E8E-BEE6-698860E89272}"/>
              </a:ext>
            </a:extLst>
          </p:cNvPr>
          <p:cNvSpPr>
            <a:spLocks noGrp="1"/>
          </p:cNvSpPr>
          <p:nvPr/>
        </p:nvSpPr>
        <p:spPr>
          <a:xfrm>
            <a:off x="3343275" y="28765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02  #DB7853</a:t>
            </a:r>
          </a:p>
        </p:txBody>
      </p:sp>
      <p:sp>
        <p:nvSpPr>
          <p:cNvPr id="8" name="RGB-1">
            <a:extLst>
              <a:ext uri="{FF2B5EF4-FFF2-40B4-BE49-F238E27FC236}">
                <ns2:creationId id="{814FDDB3-55CD-4B9E-A5AA-AF70CECE137B}"/>
              </a:ext>
            </a:extLst>
          </p:cNvPr>
          <p:cNvSpPr>
            <a:spLocks noGrp="1"/>
          </p:cNvSpPr>
          <p:nvPr/>
        </p:nvSpPr>
        <p:spPr>
          <a:xfrm>
            <a:off x="3343275" y="32575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219 / 120 / 83</a:t>
            </a:r>
          </a:p>
        </p:txBody>
      </p:sp>
      <p:sp>
        <p:nvSpPr>
          <p:cNvPr id="9" name="MAIN-2">
            <a:extLst>
              <a:ext uri="{FF2B5EF4-FFF2-40B4-BE49-F238E27FC236}">
                <ns2:creationId id="{6FADCB30-E1D4-4A19-BA26-8C67D365BC32}"/>
              </a:ext>
            </a:extLst>
          </p:cNvPr>
          <p:cNvSpPr>
            <a:spLocks noGrp="1"/>
          </p:cNvSpPr>
          <p:nvPr/>
        </p:nvSpPr>
        <p:spPr>
          <a:xfrm>
            <a:off x="6076950" y="1714500"/>
            <a:ext cx="2543175" cy="1047750"/>
          </a:xfrm>
          <a:prstGeom prst="rect">
            <a:avLst/>
          </a:prstGeom>
          <a:solidFill>
            <a:srgbClr val="439B91"/>
          </a:solidFill>
          <a:ln w="0">
            <a:noFill/>
          </a:ln>
        </p:spPr>
      </p:sp>
      <p:sp>
        <p:nvSpPr>
          <p:cNvPr id="10" name="HEX-2">
            <a:extLst>
              <a:ext uri="{FF2B5EF4-FFF2-40B4-BE49-F238E27FC236}">
                <ns2:creationId id="{0EB9C1EA-E1B1-46F6-862C-2CEE187A27B0}"/>
              </a:ext>
            </a:extLst>
          </p:cNvPr>
          <p:cNvSpPr>
            <a:spLocks noGrp="1"/>
          </p:cNvSpPr>
          <p:nvPr/>
        </p:nvSpPr>
        <p:spPr>
          <a:xfrm>
            <a:off x="6076950" y="28765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03  #439B91</a:t>
            </a:r>
          </a:p>
        </p:txBody>
      </p:sp>
      <p:sp>
        <p:nvSpPr>
          <p:cNvPr id="11" name="RGB-2">
            <a:extLst>
              <a:ext uri="{FF2B5EF4-FFF2-40B4-BE49-F238E27FC236}">
                <ns2:creationId id="{7AAEFC9A-772F-4133-9779-8ACF10A94E9A}"/>
              </a:ext>
            </a:extLst>
          </p:cNvPr>
          <p:cNvSpPr>
            <a:spLocks noGrp="1"/>
          </p:cNvSpPr>
          <p:nvPr/>
        </p:nvSpPr>
        <p:spPr>
          <a:xfrm>
            <a:off x="6076950" y="32575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67 / 155 / 145</a:t>
            </a:r>
          </a:p>
        </p:txBody>
      </p:sp>
      <p:sp>
        <p:nvSpPr>
          <p:cNvPr id="12" name="MAIN-3">
            <a:extLst>
              <a:ext uri="{FF2B5EF4-FFF2-40B4-BE49-F238E27FC236}">
                <ns2:creationId id="{0221352E-57E8-4E8E-ACC2-797ADA337981}"/>
              </a:ext>
            </a:extLst>
          </p:cNvPr>
          <p:cNvSpPr>
            <a:spLocks noGrp="1"/>
          </p:cNvSpPr>
          <p:nvPr/>
        </p:nvSpPr>
        <p:spPr>
          <a:xfrm>
            <a:off x="8810625" y="1714500"/>
            <a:ext cx="2543175" cy="1047750"/>
          </a:xfrm>
          <a:prstGeom prst="rect">
            <a:avLst/>
          </a:prstGeom>
          <a:solidFill>
            <a:srgbClr val="9274AA"/>
          </a:solidFill>
          <a:ln w="0">
            <a:noFill/>
          </a:ln>
        </p:spPr>
      </p:sp>
      <p:sp>
        <p:nvSpPr>
          <p:cNvPr id="13" name="HEX-3">
            <a:extLst>
              <a:ext uri="{FF2B5EF4-FFF2-40B4-BE49-F238E27FC236}">
                <ns2:creationId id="{FC0969A3-E89E-4E1F-B781-8405E7920524}"/>
              </a:ext>
            </a:extLst>
          </p:cNvPr>
          <p:cNvSpPr>
            <a:spLocks noGrp="1"/>
          </p:cNvSpPr>
          <p:nvPr/>
        </p:nvSpPr>
        <p:spPr>
          <a:xfrm>
            <a:off x="8810625" y="28765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04  #9274AA</a:t>
            </a:r>
          </a:p>
        </p:txBody>
      </p:sp>
      <p:sp>
        <p:nvSpPr>
          <p:cNvPr id="14" name="RGB-3">
            <a:extLst>
              <a:ext uri="{FF2B5EF4-FFF2-40B4-BE49-F238E27FC236}">
                <ns2:creationId id="{F50424B7-B225-4E67-96EF-110F7FE2DCC2}"/>
              </a:ext>
            </a:extLst>
          </p:cNvPr>
          <p:cNvSpPr>
            <a:spLocks noGrp="1"/>
          </p:cNvSpPr>
          <p:nvPr/>
        </p:nvSpPr>
        <p:spPr>
          <a:xfrm>
            <a:off x="8810625" y="32575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146 / 116 / 170</a:t>
            </a:r>
          </a:p>
        </p:txBody>
      </p:sp>
      <p:sp>
        <p:nvSpPr>
          <p:cNvPr id="15" name="MAIN-4">
            <a:extLst>
              <a:ext uri="{FF2B5EF4-FFF2-40B4-BE49-F238E27FC236}">
                <ns2:creationId id="{D8545507-21EE-443C-A41A-2031F3C5369A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2543175" cy="1047750"/>
          </a:xfrm>
          <a:prstGeom prst="rect">
            <a:avLst/>
          </a:prstGeom>
          <a:solidFill>
            <a:srgbClr val="D1AA45"/>
          </a:solidFill>
          <a:ln w="0">
            <a:noFill/>
          </a:ln>
        </p:spPr>
      </p:sp>
      <p:sp>
        <p:nvSpPr>
          <p:cNvPr id="16" name="HEX-4">
            <a:extLst>
              <a:ext uri="{FF2B5EF4-FFF2-40B4-BE49-F238E27FC236}">
                <ns2:creationId id="{B7CE4226-905F-4DEF-818D-FCABDF26C360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05  #D1AA45</a:t>
            </a:r>
          </a:p>
        </p:txBody>
      </p:sp>
      <p:sp>
        <p:nvSpPr>
          <p:cNvPr id="17" name="RGB-4">
            <a:extLst>
              <a:ext uri="{FF2B5EF4-FFF2-40B4-BE49-F238E27FC236}">
                <ns2:creationId id="{0C25086C-FEFF-44B7-AAAA-F6F1FDE1A4E9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209 / 170 / 69</a:t>
            </a:r>
          </a:p>
        </p:txBody>
      </p:sp>
      <p:sp>
        <p:nvSpPr>
          <p:cNvPr id="18" name="MAIN-5">
            <a:extLst>
              <a:ext uri="{FF2B5EF4-FFF2-40B4-BE49-F238E27FC236}">
                <ns2:creationId id="{76FFDAC5-843C-4A25-B89B-D8CA880724DD}"/>
              </a:ext>
            </a:extLst>
          </p:cNvPr>
          <p:cNvSpPr>
            <a:spLocks noGrp="1"/>
          </p:cNvSpPr>
          <p:nvPr/>
        </p:nvSpPr>
        <p:spPr>
          <a:xfrm>
            <a:off x="3343275" y="3810000"/>
            <a:ext cx="2543175" cy="1047750"/>
          </a:xfrm>
          <a:prstGeom prst="rect">
            <a:avLst/>
          </a:prstGeom>
          <a:solidFill>
            <a:srgbClr val="BA637F"/>
          </a:solidFill>
          <a:ln w="0">
            <a:noFill/>
          </a:ln>
        </p:spPr>
      </p:sp>
      <p:sp>
        <p:nvSpPr>
          <p:cNvPr id="19" name="HEX-5">
            <a:extLst>
              <a:ext uri="{FF2B5EF4-FFF2-40B4-BE49-F238E27FC236}">
                <ns2:creationId id="{2AEEBCDE-7EE1-4DEE-96B6-D7B29EBEC556}"/>
              </a:ext>
            </a:extLst>
          </p:cNvPr>
          <p:cNvSpPr>
            <a:spLocks noGrp="1"/>
          </p:cNvSpPr>
          <p:nvPr/>
        </p:nvSpPr>
        <p:spPr>
          <a:xfrm>
            <a:off x="3343275" y="49720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06  #BA637F</a:t>
            </a:r>
          </a:p>
        </p:txBody>
      </p:sp>
      <p:sp>
        <p:nvSpPr>
          <p:cNvPr id="20" name="RGB-5">
            <a:extLst>
              <a:ext uri="{FF2B5EF4-FFF2-40B4-BE49-F238E27FC236}">
                <ns2:creationId id="{95A57D3C-EDF9-44B1-B155-AE4BC493BEE2}"/>
              </a:ext>
            </a:extLst>
          </p:cNvPr>
          <p:cNvSpPr>
            <a:spLocks noGrp="1"/>
          </p:cNvSpPr>
          <p:nvPr/>
        </p:nvSpPr>
        <p:spPr>
          <a:xfrm>
            <a:off x="3343275" y="5353050"/>
            <a:ext cx="25431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186 / 99 / 127</a:t>
            </a:r>
          </a:p>
        </p:txBody>
      </p:sp>
      <p:sp>
        <p:nvSpPr>
          <p:cNvPr id="27" name="PALETTE_BASIS">
            <a:extLst>
              <a:ext uri="{FF2B5EF4-FFF2-40B4-BE49-F238E27FC236}">
                <ns2:creationId id="{AD03E92E-F7D3-40AF-A4E8-76EC57198CAD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445465"/>
                </a:solidFill>
              </a:defRPr>
            </a:defPPr>
          </a:lstStyle>
          <a:p>
            <a:pPr>
              <a:defRPr sz="1725" b="0">
                <a:solidFill>
                  <a:srgbClr val="445465"/>
                </a:solidFill>
              </a:defRPr>
            </a:pPr>
            <a:r>
              <a:rPr sz="1725" b="0">
                <a:solidFill>
                  <a:srgbClr val="445465"/>
                </a:solidFill>
              </a:rPr>
              <a:t>6 main colors · original demonstration · sRGB</a:t>
            </a:r>
          </a:p>
        </p:txBody>
      </p:sp>
    </p:spTree>
    <p:extLst>
      <p:ext uri="{BB962C8B-B14F-4D97-AF65-F5344CB8AC3E}">
        <ns3:creationId val="1833389195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6" name="TITLE">
            <a:extLst>
              <a:ext uri="{FF2B5EF4-FFF2-40B4-BE49-F238E27FC236}">
                <ns2:creationId id="{42FF3EFA-6302-4A99-B56C-83E7B13D44A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533"/>
                </a:solidFill>
              </a:defRPr>
            </a:defPPr>
          </a:lstStyle>
          <a:p>
            <a:pPr>
              <a:defRPr sz="3300" b="1">
                <a:solidFill>
                  <a:srgbClr val="182533"/>
                </a:solidFill>
              </a:defRPr>
            </a:pPr>
            <a:r>
              <a:rPr sz="3300" b="1">
                <a:solidFill>
                  <a:srgbClr val="182533"/>
                </a:solidFill>
              </a:rPr>
              <a:t>Shades, tints and tonal gradients</a:t>
            </a:r>
          </a:p>
        </p:txBody>
      </p:sp>
      <p:sp>
        <p:nvSpPr>
          <p:cNvPr id="2" name="SUBTITLE">
            <a:extLst>
              <a:ext uri="{FF2B5EF4-FFF2-40B4-BE49-F238E27FC236}">
                <ns2:creationId id="{9F5CCBB6-2957-4B7C-A575-87965316031A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45465"/>
                </a:solidFill>
              </a:defRPr>
            </a:defPPr>
          </a:lstStyle>
          <a:p>
            <a:pPr>
              <a:defRPr sz="1875" b="0">
                <a:solidFill>
                  <a:srgbClr val="445465"/>
                </a:solidFill>
              </a:defRPr>
            </a:pPr>
            <a:r>
              <a:rPr sz="1875" b="0">
                <a:solidFill>
                  <a:srgbClr val="445465"/>
                </a:solidFill>
              </a:rPr>
              <a:t>Light → main color at 50% → dark. Copy any gradient or discrete swatch.</a:t>
            </a:r>
          </a:p>
        </p:txBody>
      </p:sp>
      <p:sp>
        <p:nvSpPr>
          <p:cNvPr id="3" name="TONE_LABEL-0">
            <a:extLst>
              <a:ext uri="{FF2B5EF4-FFF2-40B4-BE49-F238E27FC236}">
                <ns2:creationId id="{D833C28A-2722-4A3A-9F27-BD703F7B2F1A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82533"/>
                </a:solidFill>
              </a:defRPr>
            </a:defPPr>
          </a:lstStyle>
          <a:p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01  #28669B</a:t>
            </a:r>
          </a:p>
        </p:txBody>
      </p:sp>
      <p:sp>
        <p:nvSpPr>
          <p:cNvPr id="4" name="TONAL-0">
            <a:extLst>
              <a:ext uri="{FF2B5EF4-FFF2-40B4-BE49-F238E27FC236}">
                <ns2:creationId id="{382243BA-33F0-4C64-9F6B-3EF31BFE712D}"/>
              </a:ext>
            </a:extLst>
          </p:cNvPr>
          <p:cNvSpPr>
            <a:spLocks noGrp="1"/>
          </p:cNvSpPr>
          <p:nvPr/>
        </p:nvSpPr>
        <p:spPr>
          <a:xfrm>
            <a:off x="2762250" y="1600200"/>
            <a:ext cx="5810250" cy="323850"/>
          </a:xfrm>
          <a:prstGeom prst="rect">
            <a:avLst/>
          </a:prstGeom>
          <a:gradFill rotWithShape="1">
            <a:gsLst>
              <a:gs pos="0">
                <a:srgbClr val="E8F3FF"/>
              </a:gs>
              <a:gs pos="6250">
                <a:srgbClr val="D0E1F3"/>
              </a:gs>
              <a:gs pos="12500">
                <a:srgbClr val="B7CFE6"/>
              </a:gs>
              <a:gs pos="18750">
                <a:srgbClr val="A0BDDA"/>
              </a:gs>
              <a:gs pos="25000">
                <a:srgbClr val="88ABCD"/>
              </a:gs>
              <a:gs pos="31250">
                <a:srgbClr val="719AC1"/>
              </a:gs>
              <a:gs pos="37500">
                <a:srgbClr val="5A88B4"/>
              </a:gs>
              <a:gs pos="43750">
                <a:srgbClr val="4277A8"/>
              </a:gs>
              <a:gs pos="50000">
                <a:srgbClr val="28669B"/>
              </a:gs>
              <a:gs pos="56250">
                <a:srgbClr val="235D8E"/>
              </a:gs>
              <a:gs pos="62500">
                <a:srgbClr val="1F5482"/>
              </a:gs>
              <a:gs pos="68750">
                <a:srgbClr val="1A4C76"/>
              </a:gs>
              <a:gs pos="75000">
                <a:srgbClr val="16436A"/>
              </a:gs>
              <a:gs pos="81250">
                <a:srgbClr val="123B5E"/>
              </a:gs>
              <a:gs pos="87500">
                <a:srgbClr val="0D3352"/>
              </a:gs>
              <a:gs pos="93750">
                <a:srgbClr val="092B47"/>
              </a:gs>
              <a:gs pos="100000">
                <a:srgbClr val="06233C"/>
              </a:gs>
            </a:gsLst>
            <a:lin ang="0" scaled="1"/>
          </a:gradFill>
          <a:ln w="0">
            <a:noFill/>
          </a:ln>
        </p:spPr>
      </p:sp>
      <p:sp>
        <p:nvSpPr>
          <p:cNvPr id="5" name="SHADE-0-0">
            <a:extLst>
              <a:ext uri="{FF2B5EF4-FFF2-40B4-BE49-F238E27FC236}">
                <ns2:creationId id="{D6BF880E-10F1-44C9-8CD0-2FD417E1850A}"/>
              </a:ext>
            </a:extLst>
          </p:cNvPr>
          <p:cNvSpPr>
            <a:spLocks noGrp="1"/>
          </p:cNvSpPr>
          <p:nvPr/>
        </p:nvSpPr>
        <p:spPr>
          <a:xfrm>
            <a:off x="8896350" y="1600200"/>
            <a:ext cx="285750" cy="323850"/>
          </a:xfrm>
          <a:prstGeom prst="rect">
            <a:avLst/>
          </a:prstGeom>
          <a:solidFill>
            <a:srgbClr val="E8F3FF"/>
          </a:solidFill>
          <a:ln w="0">
            <a:noFill/>
          </a:ln>
        </p:spPr>
      </p:sp>
      <p:sp>
        <p:nvSpPr>
          <p:cNvPr id="6" name="SHADE-0-1">
            <a:extLst>
              <a:ext uri="{FF2B5EF4-FFF2-40B4-BE49-F238E27FC236}">
                <ns2:creationId id="{2A09ED36-F7A5-404A-BB36-F8205B33BD86}"/>
              </a:ext>
            </a:extLst>
          </p:cNvPr>
          <p:cNvSpPr>
            <a:spLocks noGrp="1"/>
          </p:cNvSpPr>
          <p:nvPr/>
        </p:nvSpPr>
        <p:spPr>
          <a:xfrm>
            <a:off x="9239250" y="1600200"/>
            <a:ext cx="285750" cy="323850"/>
          </a:xfrm>
          <a:prstGeom prst="rect">
            <a:avLst/>
          </a:prstGeom>
          <a:solidFill>
            <a:srgbClr val="A7C2DE"/>
          </a:solidFill>
          <a:ln w="0">
            <a:noFill/>
          </a:ln>
        </p:spPr>
      </p:sp>
      <p:sp>
        <p:nvSpPr>
          <p:cNvPr id="7" name="SHADE-0-2">
            <a:extLst>
              <a:ext uri="{FF2B5EF4-FFF2-40B4-BE49-F238E27FC236}">
                <ns2:creationId id="{5F2983F1-967A-4F43-B0F3-1F05BF043C12}"/>
              </a:ext>
            </a:extLst>
          </p:cNvPr>
          <p:cNvSpPr>
            <a:spLocks noGrp="1"/>
          </p:cNvSpPr>
          <p:nvPr/>
        </p:nvSpPr>
        <p:spPr>
          <a:xfrm>
            <a:off x="9582150" y="1600200"/>
            <a:ext cx="285750" cy="323850"/>
          </a:xfrm>
          <a:prstGeom prst="rect">
            <a:avLst/>
          </a:prstGeom>
          <a:solidFill>
            <a:srgbClr val="6A94BD"/>
          </a:solidFill>
          <a:ln w="0">
            <a:noFill/>
          </a:ln>
        </p:spPr>
      </p:sp>
      <p:sp>
        <p:nvSpPr>
          <p:cNvPr id="8" name="SHADE-0-3">
            <a:extLst>
              <a:ext uri="{FF2B5EF4-FFF2-40B4-BE49-F238E27FC236}">
                <ns2:creationId id="{3FB36D41-3D2D-4828-AA04-EE71B0146262}"/>
              </a:ext>
            </a:extLst>
          </p:cNvPr>
          <p:cNvSpPr>
            <a:spLocks noGrp="1"/>
          </p:cNvSpPr>
          <p:nvPr/>
        </p:nvSpPr>
        <p:spPr>
          <a:xfrm>
            <a:off x="9925050" y="1600200"/>
            <a:ext cx="285750" cy="323850"/>
          </a:xfrm>
          <a:prstGeom prst="rect">
            <a:avLst/>
          </a:prstGeom>
          <a:solidFill>
            <a:srgbClr val="28669B"/>
          </a:solidFill>
          <a:ln w="0">
            <a:noFill/>
          </a:ln>
        </p:spPr>
      </p:sp>
      <p:sp>
        <p:nvSpPr>
          <p:cNvPr id="9" name="SHADE-0-4">
            <a:extLst>
              <a:ext uri="{FF2B5EF4-FFF2-40B4-BE49-F238E27FC236}">
                <ns2:creationId id="{AD30EBA8-330E-497F-A52F-A9A3CA46398C}"/>
              </a:ext>
            </a:extLst>
          </p:cNvPr>
          <p:cNvSpPr>
            <a:spLocks noGrp="1"/>
          </p:cNvSpPr>
          <p:nvPr/>
        </p:nvSpPr>
        <p:spPr>
          <a:xfrm>
            <a:off x="10267950" y="1600200"/>
            <a:ext cx="285750" cy="323850"/>
          </a:xfrm>
          <a:prstGeom prst="rect">
            <a:avLst/>
          </a:prstGeom>
          <a:solidFill>
            <a:srgbClr val="1C4E79"/>
          </a:solidFill>
          <a:ln w="0">
            <a:noFill/>
          </a:ln>
        </p:spPr>
      </p:sp>
      <p:sp>
        <p:nvSpPr>
          <p:cNvPr id="10" name="SHADE-0-5">
            <a:extLst>
              <a:ext uri="{FF2B5EF4-FFF2-40B4-BE49-F238E27FC236}">
                <ns2:creationId id="{4BDB218E-8737-4B4D-AF4D-C17BD95DA5E7}"/>
              </a:ext>
            </a:extLst>
          </p:cNvPr>
          <p:cNvSpPr>
            <a:spLocks noGrp="1"/>
          </p:cNvSpPr>
          <p:nvPr/>
        </p:nvSpPr>
        <p:spPr>
          <a:xfrm>
            <a:off x="10610850" y="1600200"/>
            <a:ext cx="285750" cy="323850"/>
          </a:xfrm>
          <a:prstGeom prst="rect">
            <a:avLst/>
          </a:prstGeom>
          <a:solidFill>
            <a:srgbClr val="10385A"/>
          </a:solidFill>
          <a:ln w="0">
            <a:noFill/>
          </a:ln>
        </p:spPr>
      </p:sp>
      <p:sp>
        <p:nvSpPr>
          <p:cNvPr id="11" name="SHADE-0-6">
            <a:extLst>
              <a:ext uri="{FF2B5EF4-FFF2-40B4-BE49-F238E27FC236}">
                <ns2:creationId id="{5A990E94-8178-482F-8723-1B0382BD2F76}"/>
              </a:ext>
            </a:extLst>
          </p:cNvPr>
          <p:cNvSpPr>
            <a:spLocks noGrp="1"/>
          </p:cNvSpPr>
          <p:nvPr/>
        </p:nvSpPr>
        <p:spPr>
          <a:xfrm>
            <a:off x="10953750" y="1600200"/>
            <a:ext cx="285750" cy="323850"/>
          </a:xfrm>
          <a:prstGeom prst="rect">
            <a:avLst/>
          </a:prstGeom>
          <a:solidFill>
            <a:srgbClr val="06233C"/>
          </a:solidFill>
          <a:ln w="0">
            <a:noFill/>
          </a:ln>
        </p:spPr>
      </p:sp>
      <p:sp>
        <p:nvSpPr>
          <p:cNvPr id="12" name="TONE_LABEL-1">
            <a:extLst>
              <a:ext uri="{FF2B5EF4-FFF2-40B4-BE49-F238E27FC236}">
                <ns2:creationId id="{02B3D2E3-D0C9-4449-ACE7-4A4EE839EF7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82533"/>
                </a:solidFill>
              </a:defRPr>
            </a:defPPr>
          </a:lstStyle>
          <a:p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02  #DB7853</a:t>
            </a:r>
          </a:p>
        </p:txBody>
      </p:sp>
      <p:sp>
        <p:nvSpPr>
          <p:cNvPr id="13" name="TONAL-1">
            <a:extLst>
              <a:ext uri="{FF2B5EF4-FFF2-40B4-BE49-F238E27FC236}">
                <ns2:creationId id="{586F1626-C2F3-4519-B61B-78FD4AC180E8}"/>
              </a:ext>
            </a:extLst>
          </p:cNvPr>
          <p:cNvSpPr>
            <a:spLocks noGrp="1"/>
          </p:cNvSpPr>
          <p:nvPr/>
        </p:nvSpPr>
        <p:spPr>
          <a:xfrm>
            <a:off x="2762250" y="2143125"/>
            <a:ext cx="5810250" cy="323850"/>
          </a:xfrm>
          <a:prstGeom prst="rect">
            <a:avLst/>
          </a:prstGeom>
          <a:gradFill rotWithShape="1">
            <a:gsLst>
              <a:gs pos="0">
                <a:srgbClr val="FFEEE7"/>
              </a:gs>
              <a:gs pos="6250">
                <a:srgbClr val="FCDFD4"/>
              </a:gs>
              <a:gs pos="12500">
                <a:srgbClr val="F8D1C2"/>
              </a:gs>
              <a:gs pos="18750">
                <a:srgbClr val="F4C2AF"/>
              </a:gs>
              <a:gs pos="25000">
                <a:srgbClr val="F0B49D"/>
              </a:gs>
              <a:gs pos="31250">
                <a:srgbClr val="EBA58B"/>
              </a:gs>
              <a:gs pos="37500">
                <a:srgbClr val="E69679"/>
              </a:gs>
              <a:gs pos="43750">
                <a:srgbClr val="E18766"/>
              </a:gs>
              <a:gs pos="50000">
                <a:srgbClr val="DB7853"/>
              </a:gs>
              <a:gs pos="56250">
                <a:srgbClr val="C66A48"/>
              </a:gs>
              <a:gs pos="62500">
                <a:srgbClr val="B15C3D"/>
              </a:gs>
              <a:gs pos="68750">
                <a:srgbClr val="9C4F32"/>
              </a:gs>
              <a:gs pos="75000">
                <a:srgbClr val="884228"/>
              </a:gs>
              <a:gs pos="81250">
                <a:srgbClr val="74351D"/>
              </a:gs>
              <a:gs pos="87500">
                <a:srgbClr val="612913"/>
              </a:gs>
              <a:gs pos="93750">
                <a:srgbClr val="4F1D09"/>
              </a:gs>
              <a:gs pos="100000">
                <a:srgbClr val="3D1202"/>
              </a:gs>
            </a:gsLst>
            <a:lin ang="0" scaled="1"/>
          </a:gradFill>
          <a:ln w="0">
            <a:noFill/>
          </a:ln>
        </p:spPr>
      </p:sp>
      <p:sp>
        <p:nvSpPr>
          <p:cNvPr id="14" name="SHADE-1-0">
            <a:extLst>
              <a:ext uri="{FF2B5EF4-FFF2-40B4-BE49-F238E27FC236}">
                <ns2:creationId id="{58165C86-CEFF-4644-BC1E-FCD2732FF022}"/>
              </a:ext>
            </a:extLst>
          </p:cNvPr>
          <p:cNvSpPr>
            <a:spLocks noGrp="1"/>
          </p:cNvSpPr>
          <p:nvPr/>
        </p:nvSpPr>
        <p:spPr>
          <a:xfrm>
            <a:off x="8896350" y="2143125"/>
            <a:ext cx="285750" cy="323850"/>
          </a:xfrm>
          <a:prstGeom prst="rect">
            <a:avLst/>
          </a:prstGeom>
          <a:solidFill>
            <a:srgbClr val="FFEEE7"/>
          </a:solidFill>
          <a:ln w="0">
            <a:noFill/>
          </a:ln>
        </p:spPr>
      </p:sp>
      <p:sp>
        <p:nvSpPr>
          <p:cNvPr id="15" name="SHADE-1-1">
            <a:extLst>
              <a:ext uri="{FF2B5EF4-FFF2-40B4-BE49-F238E27FC236}">
                <ns2:creationId id="{7F7750A4-08A1-45E3-8B38-BF84064C2131}"/>
              </a:ext>
            </a:extLst>
          </p:cNvPr>
          <p:cNvSpPr>
            <a:spLocks noGrp="1"/>
          </p:cNvSpPr>
          <p:nvPr/>
        </p:nvSpPr>
        <p:spPr>
          <a:xfrm>
            <a:off x="9239250" y="2143125"/>
            <a:ext cx="285750" cy="323850"/>
          </a:xfrm>
          <a:prstGeom prst="rect">
            <a:avLst/>
          </a:prstGeom>
          <a:solidFill>
            <a:srgbClr val="F5C7B5"/>
          </a:solidFill>
          <a:ln w="0">
            <a:noFill/>
          </a:ln>
        </p:spPr>
      </p:sp>
      <p:sp>
        <p:nvSpPr>
          <p:cNvPr id="16" name="SHADE-1-2">
            <a:extLst>
              <a:ext uri="{FF2B5EF4-FFF2-40B4-BE49-F238E27FC236}">
                <ns2:creationId id="{DDFB4DCC-F37D-4E99-8C42-45DFF19EAB76}"/>
              </a:ext>
            </a:extLst>
          </p:cNvPr>
          <p:cNvSpPr>
            <a:spLocks noGrp="1"/>
          </p:cNvSpPr>
          <p:nvPr/>
        </p:nvSpPr>
        <p:spPr>
          <a:xfrm>
            <a:off x="9582150" y="2143125"/>
            <a:ext cx="285750" cy="323850"/>
          </a:xfrm>
          <a:prstGeom prst="rect">
            <a:avLst/>
          </a:prstGeom>
          <a:solidFill>
            <a:srgbClr val="EAA085"/>
          </a:solidFill>
          <a:ln w="0">
            <a:noFill/>
          </a:ln>
        </p:spPr>
      </p:sp>
      <p:sp>
        <p:nvSpPr>
          <p:cNvPr id="17" name="SHADE-1-3">
            <a:extLst>
              <a:ext uri="{FF2B5EF4-FFF2-40B4-BE49-F238E27FC236}">
                <ns2:creationId id="{38585B31-8223-4E33-8C78-83B14DACBC99}"/>
              </a:ext>
            </a:extLst>
          </p:cNvPr>
          <p:cNvSpPr>
            <a:spLocks noGrp="1"/>
          </p:cNvSpPr>
          <p:nvPr/>
        </p:nvSpPr>
        <p:spPr>
          <a:xfrm>
            <a:off x="9925050" y="2143125"/>
            <a:ext cx="285750" cy="323850"/>
          </a:xfrm>
          <a:prstGeom prst="rect">
            <a:avLst/>
          </a:prstGeom>
          <a:solidFill>
            <a:srgbClr val="DB7853"/>
          </a:solidFill>
          <a:ln w="0">
            <a:noFill/>
          </a:ln>
        </p:spPr>
      </p:sp>
      <p:sp>
        <p:nvSpPr>
          <p:cNvPr id="18" name="SHADE-1-4">
            <a:extLst>
              <a:ext uri="{FF2B5EF4-FFF2-40B4-BE49-F238E27FC236}">
                <ns2:creationId id="{4B6BB158-A607-41E7-BDBA-6D070CAF4370}"/>
              </a:ext>
            </a:extLst>
          </p:cNvPr>
          <p:cNvSpPr>
            <a:spLocks noGrp="1"/>
          </p:cNvSpPr>
          <p:nvPr/>
        </p:nvSpPr>
        <p:spPr>
          <a:xfrm>
            <a:off x="10267950" y="2143125"/>
            <a:ext cx="285750" cy="323850"/>
          </a:xfrm>
          <a:prstGeom prst="rect">
            <a:avLst/>
          </a:prstGeom>
          <a:solidFill>
            <a:srgbClr val="A25335"/>
          </a:solidFill>
          <a:ln w="0">
            <a:noFill/>
          </a:ln>
        </p:spPr>
      </p:sp>
      <p:sp>
        <p:nvSpPr>
          <p:cNvPr id="19" name="SHADE-1-5">
            <a:extLst>
              <a:ext uri="{FF2B5EF4-FFF2-40B4-BE49-F238E27FC236}">
                <ns2:creationId id="{196D9743-9DBD-425E-A20A-52B079677CE4}"/>
              </a:ext>
            </a:extLst>
          </p:cNvPr>
          <p:cNvSpPr>
            <a:spLocks noGrp="1"/>
          </p:cNvSpPr>
          <p:nvPr/>
        </p:nvSpPr>
        <p:spPr>
          <a:xfrm>
            <a:off x="10610850" y="2143125"/>
            <a:ext cx="285750" cy="323850"/>
          </a:xfrm>
          <a:prstGeom prst="rect">
            <a:avLst/>
          </a:prstGeom>
          <a:solidFill>
            <a:srgbClr val="6E321A"/>
          </a:solidFill>
          <a:ln w="0">
            <a:noFill/>
          </a:ln>
        </p:spPr>
      </p:sp>
      <p:sp>
        <p:nvSpPr>
          <p:cNvPr id="20" name="SHADE-1-6">
            <a:extLst>
              <a:ext uri="{FF2B5EF4-FFF2-40B4-BE49-F238E27FC236}">
                <ns2:creationId id="{0C46FBCF-EB45-4BF7-AC23-ACBD8310BD84}"/>
              </a:ext>
            </a:extLst>
          </p:cNvPr>
          <p:cNvSpPr>
            <a:spLocks noGrp="1"/>
          </p:cNvSpPr>
          <p:nvPr/>
        </p:nvSpPr>
        <p:spPr>
          <a:xfrm>
            <a:off x="10953750" y="2143125"/>
            <a:ext cx="285750" cy="323850"/>
          </a:xfrm>
          <a:prstGeom prst="rect">
            <a:avLst/>
          </a:prstGeom>
          <a:solidFill>
            <a:srgbClr val="3D1202"/>
          </a:solidFill>
          <a:ln w="0">
            <a:noFill/>
          </a:ln>
        </p:spPr>
      </p:sp>
      <p:sp>
        <p:nvSpPr>
          <p:cNvPr id="21" name="TONE_LABEL-2">
            <a:extLst>
              <a:ext uri="{FF2B5EF4-FFF2-40B4-BE49-F238E27FC236}">
                <ns2:creationId id="{3E551E8E-8595-47DA-9D85-5BCBD58A5018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82533"/>
                </a:solidFill>
              </a:defRPr>
            </a:defPPr>
          </a:lstStyle>
          <a:p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03  #439B91</a:t>
            </a:r>
          </a:p>
        </p:txBody>
      </p:sp>
      <p:sp>
        <p:nvSpPr>
          <p:cNvPr id="22" name="TONAL-2">
            <a:extLst>
              <a:ext uri="{FF2B5EF4-FFF2-40B4-BE49-F238E27FC236}">
                <ns2:creationId id="{872EE0A4-52DB-4759-90C1-F75400052172}"/>
              </a:ext>
            </a:extLst>
          </p:cNvPr>
          <p:cNvSpPr>
            <a:spLocks noGrp="1"/>
          </p:cNvSpPr>
          <p:nvPr/>
        </p:nvSpPr>
        <p:spPr>
          <a:xfrm>
            <a:off x="2762250" y="2686050"/>
            <a:ext cx="5810250" cy="323850"/>
          </a:xfrm>
          <a:prstGeom prst="rect">
            <a:avLst/>
          </a:prstGeom>
          <a:gradFill rotWithShape="1">
            <a:gsLst>
              <a:gs pos="0">
                <a:srgbClr val="E5F6F3"/>
              </a:gs>
              <a:gs pos="6250">
                <a:srgbClr val="D2EAE6"/>
              </a:gs>
              <a:gs pos="12500">
                <a:srgbClr val="BEDFDA"/>
              </a:gs>
              <a:gs pos="18750">
                <a:srgbClr val="ABD3CD"/>
              </a:gs>
              <a:gs pos="25000">
                <a:srgbClr val="97C8C1"/>
              </a:gs>
              <a:gs pos="31250">
                <a:srgbClr val="84BDB5"/>
              </a:gs>
              <a:gs pos="37500">
                <a:srgbClr val="6FB1A9"/>
              </a:gs>
              <a:gs pos="43750">
                <a:srgbClr val="5AA69D"/>
              </a:gs>
              <a:gs pos="50000">
                <a:srgbClr val="439B91"/>
              </a:gs>
              <a:gs pos="56250">
                <a:srgbClr val="3A8B82"/>
              </a:gs>
              <a:gs pos="62500">
                <a:srgbClr val="317C74"/>
              </a:gs>
              <a:gs pos="68750">
                <a:srgbClr val="286D65"/>
              </a:gs>
              <a:gs pos="75000">
                <a:srgbClr val="1F5E57"/>
              </a:gs>
              <a:gs pos="81250">
                <a:srgbClr val="16504A"/>
              </a:gs>
              <a:gs pos="87500">
                <a:srgbClr val="0D423D"/>
              </a:gs>
              <a:gs pos="93750">
                <a:srgbClr val="053530"/>
              </a:gs>
              <a:gs pos="100000">
                <a:srgbClr val="002824"/>
              </a:gs>
            </a:gsLst>
            <a:lin ang="0" scaled="1"/>
          </a:gradFill>
          <a:ln w="0">
            <a:noFill/>
          </a:ln>
        </p:spPr>
      </p:sp>
      <p:sp>
        <p:nvSpPr>
          <p:cNvPr id="23" name="SHADE-2-0">
            <a:extLst>
              <a:ext uri="{FF2B5EF4-FFF2-40B4-BE49-F238E27FC236}">
                <ns2:creationId id="{7A85427E-12E4-4DE3-A701-6B4A780B878D}"/>
              </a:ext>
            </a:extLst>
          </p:cNvPr>
          <p:cNvSpPr>
            <a:spLocks noGrp="1"/>
          </p:cNvSpPr>
          <p:nvPr/>
        </p:nvSpPr>
        <p:spPr>
          <a:xfrm>
            <a:off x="8896350" y="2686050"/>
            <a:ext cx="285750" cy="323850"/>
          </a:xfrm>
          <a:prstGeom prst="rect">
            <a:avLst/>
          </a:prstGeom>
          <a:solidFill>
            <a:srgbClr val="E5F6F3"/>
          </a:solidFill>
          <a:ln w="0">
            <a:noFill/>
          </a:ln>
        </p:spPr>
      </p:sp>
      <p:sp>
        <p:nvSpPr>
          <p:cNvPr id="24" name="SHADE-2-1">
            <a:extLst>
              <a:ext uri="{FF2B5EF4-FFF2-40B4-BE49-F238E27FC236}">
                <ns2:creationId id="{97DCF4F6-41E4-495F-849B-4143674EC992}"/>
              </a:ext>
            </a:extLst>
          </p:cNvPr>
          <p:cNvSpPr>
            <a:spLocks noGrp="1"/>
          </p:cNvSpPr>
          <p:nvPr/>
        </p:nvSpPr>
        <p:spPr>
          <a:xfrm>
            <a:off x="9239250" y="2686050"/>
            <a:ext cx="285750" cy="323850"/>
          </a:xfrm>
          <a:prstGeom prst="rect">
            <a:avLst/>
          </a:prstGeom>
          <a:solidFill>
            <a:srgbClr val="B1D7D1"/>
          </a:solidFill>
          <a:ln w="0">
            <a:noFill/>
          </a:ln>
        </p:spPr>
      </p:sp>
      <p:sp>
        <p:nvSpPr>
          <p:cNvPr id="25" name="SHADE-2-2">
            <a:extLst>
              <a:ext uri="{FF2B5EF4-FFF2-40B4-BE49-F238E27FC236}">
                <ns2:creationId id="{FBBE321B-7BC0-435E-9863-501D55624E6E}"/>
              </a:ext>
            </a:extLst>
          </p:cNvPr>
          <p:cNvSpPr>
            <a:spLocks noGrp="1"/>
          </p:cNvSpPr>
          <p:nvPr/>
        </p:nvSpPr>
        <p:spPr>
          <a:xfrm>
            <a:off x="9582150" y="2686050"/>
            <a:ext cx="285750" cy="323850"/>
          </a:xfrm>
          <a:prstGeom prst="rect">
            <a:avLst/>
          </a:prstGeom>
          <a:solidFill>
            <a:srgbClr val="7DB9B1"/>
          </a:solidFill>
          <a:ln w="0">
            <a:noFill/>
          </a:ln>
        </p:spPr>
      </p:sp>
      <p:sp>
        <p:nvSpPr>
          <p:cNvPr id="26" name="SHADE-2-3">
            <a:extLst>
              <a:ext uri="{FF2B5EF4-FFF2-40B4-BE49-F238E27FC236}">
                <ns2:creationId id="{52A8C5CD-537C-41D8-9E5A-7687DA782DBC}"/>
              </a:ext>
            </a:extLst>
          </p:cNvPr>
          <p:cNvSpPr>
            <a:spLocks noGrp="1"/>
          </p:cNvSpPr>
          <p:nvPr/>
        </p:nvSpPr>
        <p:spPr>
          <a:xfrm>
            <a:off x="9925050" y="2686050"/>
            <a:ext cx="285750" cy="323850"/>
          </a:xfrm>
          <a:prstGeom prst="rect">
            <a:avLst/>
          </a:prstGeom>
          <a:solidFill>
            <a:srgbClr val="439B91"/>
          </a:solidFill>
          <a:ln w="0">
            <a:noFill/>
          </a:ln>
        </p:spPr>
      </p:sp>
      <p:sp>
        <p:nvSpPr>
          <p:cNvPr id="27" name="SHADE-2-4">
            <a:extLst>
              <a:ext uri="{FF2B5EF4-FFF2-40B4-BE49-F238E27FC236}">
                <ns2:creationId id="{D54CC10A-58BE-4D07-8BB9-35AB97F874DF}"/>
              </a:ext>
            </a:extLst>
          </p:cNvPr>
          <p:cNvSpPr>
            <a:spLocks noGrp="1"/>
          </p:cNvSpPr>
          <p:nvPr/>
        </p:nvSpPr>
        <p:spPr>
          <a:xfrm>
            <a:off x="10267950" y="2686050"/>
            <a:ext cx="285750" cy="323850"/>
          </a:xfrm>
          <a:prstGeom prst="rect">
            <a:avLst/>
          </a:prstGeom>
          <a:solidFill>
            <a:srgbClr val="2A726A"/>
          </a:solidFill>
          <a:ln w="0">
            <a:noFill/>
          </a:ln>
        </p:spPr>
      </p:sp>
      <p:sp>
        <p:nvSpPr>
          <p:cNvPr id="28" name="SHADE-2-5">
            <a:extLst>
              <a:ext uri="{FF2B5EF4-FFF2-40B4-BE49-F238E27FC236}">
                <ns2:creationId id="{308EA0BF-5EB3-4B31-9CD1-79481F0DA962}"/>
              </a:ext>
            </a:extLst>
          </p:cNvPr>
          <p:cNvSpPr>
            <a:spLocks noGrp="1"/>
          </p:cNvSpPr>
          <p:nvPr/>
        </p:nvSpPr>
        <p:spPr>
          <a:xfrm>
            <a:off x="10610850" y="2686050"/>
            <a:ext cx="285750" cy="323850"/>
          </a:xfrm>
          <a:prstGeom prst="rect">
            <a:avLst/>
          </a:prstGeom>
          <a:solidFill>
            <a:srgbClr val="134C46"/>
          </a:solidFill>
          <a:ln w="0">
            <a:noFill/>
          </a:ln>
        </p:spPr>
      </p:sp>
      <p:sp>
        <p:nvSpPr>
          <p:cNvPr id="29" name="SHADE-2-6">
            <a:extLst>
              <a:ext uri="{FF2B5EF4-FFF2-40B4-BE49-F238E27FC236}">
                <ns2:creationId id="{6E7DFBB1-B650-4FA6-B3FC-6228696F3253}"/>
              </a:ext>
            </a:extLst>
          </p:cNvPr>
          <p:cNvSpPr>
            <a:spLocks noGrp="1"/>
          </p:cNvSpPr>
          <p:nvPr/>
        </p:nvSpPr>
        <p:spPr>
          <a:xfrm>
            <a:off x="10953750" y="2686050"/>
            <a:ext cx="285750" cy="323850"/>
          </a:xfrm>
          <a:prstGeom prst="rect">
            <a:avLst/>
          </a:prstGeom>
          <a:solidFill>
            <a:srgbClr val="002824"/>
          </a:solidFill>
          <a:ln w="0">
            <a:noFill/>
          </a:ln>
        </p:spPr>
      </p:sp>
      <p:sp>
        <p:nvSpPr>
          <p:cNvPr id="30" name="TONE_LABEL-3">
            <a:extLst>
              <a:ext uri="{FF2B5EF4-FFF2-40B4-BE49-F238E27FC236}">
                <ns2:creationId id="{895F6F8D-E209-42AA-8B5F-AB9EBE2ADF8A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82533"/>
                </a:solidFill>
              </a:defRPr>
            </a:defPPr>
          </a:lstStyle>
          <a:p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04  #9274AA</a:t>
            </a:r>
          </a:p>
        </p:txBody>
      </p:sp>
      <p:sp>
        <p:nvSpPr>
          <p:cNvPr id="31" name="TONAL-3">
            <a:extLst>
              <a:ext uri="{FF2B5EF4-FFF2-40B4-BE49-F238E27FC236}">
                <ns2:creationId id="{04F6928E-6FFD-4BBB-B2ED-2494666B9262}"/>
              </a:ext>
            </a:extLst>
          </p:cNvPr>
          <p:cNvSpPr>
            <a:spLocks noGrp="1"/>
          </p:cNvSpPr>
          <p:nvPr/>
        </p:nvSpPr>
        <p:spPr>
          <a:xfrm>
            <a:off x="2762250" y="3228975"/>
            <a:ext cx="5810250" cy="323850"/>
          </a:xfrm>
          <a:prstGeom prst="rect">
            <a:avLst/>
          </a:prstGeom>
          <a:gradFill rotWithShape="1">
            <a:gsLst>
              <a:gs pos="0">
                <a:srgbClr val="F6EFFC"/>
              </a:gs>
              <a:gs pos="6250">
                <a:srgbClr val="E9DFF2"/>
              </a:gs>
              <a:gs pos="12500">
                <a:srgbClr val="DCCFE7"/>
              </a:gs>
              <a:gs pos="18750">
                <a:srgbClr val="CFC0DD"/>
              </a:gs>
              <a:gs pos="25000">
                <a:srgbClr val="C3B0D3"/>
              </a:gs>
              <a:gs pos="31250">
                <a:srgbClr val="B6A1C9"/>
              </a:gs>
              <a:gs pos="37500">
                <a:srgbClr val="AA92BE"/>
              </a:gs>
              <a:gs pos="43750">
                <a:srgbClr val="9E83B4"/>
              </a:gs>
              <a:gs pos="50000">
                <a:srgbClr val="9274AA"/>
              </a:gs>
              <a:gs pos="56250">
                <a:srgbClr val="84689A"/>
              </a:gs>
              <a:gs pos="62500">
                <a:srgbClr val="765C8A"/>
              </a:gs>
              <a:gs pos="68750">
                <a:srgbClr val="68507B"/>
              </a:gs>
              <a:gs pos="75000">
                <a:srgbClr val="5A456C"/>
              </a:gs>
              <a:gs pos="81250">
                <a:srgbClr val="4D3A5D"/>
              </a:gs>
              <a:gs pos="87500">
                <a:srgbClr val="402F4E"/>
              </a:gs>
              <a:gs pos="93750">
                <a:srgbClr val="342540"/>
              </a:gs>
              <a:gs pos="100000">
                <a:srgbClr val="281B33"/>
              </a:gs>
            </a:gsLst>
            <a:lin ang="0" scaled="1"/>
          </a:gradFill>
          <a:ln w="0">
            <a:noFill/>
          </a:ln>
        </p:spPr>
      </p:sp>
      <p:sp>
        <p:nvSpPr>
          <p:cNvPr id="32" name="SHADE-3-0">
            <a:extLst>
              <a:ext uri="{FF2B5EF4-FFF2-40B4-BE49-F238E27FC236}">
                <ns2:creationId id="{1207696C-A4CA-4F89-BC00-4731F48E595F}"/>
              </a:ext>
            </a:extLst>
          </p:cNvPr>
          <p:cNvSpPr>
            <a:spLocks noGrp="1"/>
          </p:cNvSpPr>
          <p:nvPr/>
        </p:nvSpPr>
        <p:spPr>
          <a:xfrm>
            <a:off x="8896350" y="3228975"/>
            <a:ext cx="285750" cy="323850"/>
          </a:xfrm>
          <a:prstGeom prst="rect">
            <a:avLst/>
          </a:prstGeom>
          <a:solidFill>
            <a:srgbClr val="F6EFFC"/>
          </a:solidFill>
          <a:ln w="0">
            <a:noFill/>
          </a:ln>
        </p:spPr>
      </p:sp>
      <p:sp>
        <p:nvSpPr>
          <p:cNvPr id="33" name="SHADE-3-1">
            <a:extLst>
              <a:ext uri="{FF2B5EF4-FFF2-40B4-BE49-F238E27FC236}">
                <ns2:creationId id="{300209A3-F7D6-4518-9A6F-E3A1FA6D378F}"/>
              </a:ext>
            </a:extLst>
          </p:cNvPr>
          <p:cNvSpPr>
            <a:spLocks noGrp="1"/>
          </p:cNvSpPr>
          <p:nvPr/>
        </p:nvSpPr>
        <p:spPr>
          <a:xfrm>
            <a:off x="9239250" y="3228975"/>
            <a:ext cx="285750" cy="323850"/>
          </a:xfrm>
          <a:prstGeom prst="rect">
            <a:avLst/>
          </a:prstGeom>
          <a:solidFill>
            <a:srgbClr val="D3C4E0"/>
          </a:solidFill>
          <a:ln w="0">
            <a:noFill/>
          </a:ln>
        </p:spPr>
      </p:sp>
      <p:sp>
        <p:nvSpPr>
          <p:cNvPr id="34" name="SHADE-3-2">
            <a:extLst>
              <a:ext uri="{FF2B5EF4-FFF2-40B4-BE49-F238E27FC236}">
                <ns2:creationId id="{E6D28A94-2038-48FA-A573-5FC2C0E34E6C}"/>
              </a:ext>
            </a:extLst>
          </p:cNvPr>
          <p:cNvSpPr>
            <a:spLocks noGrp="1"/>
          </p:cNvSpPr>
          <p:nvPr/>
        </p:nvSpPr>
        <p:spPr>
          <a:xfrm>
            <a:off x="9582150" y="3228975"/>
            <a:ext cx="285750" cy="323850"/>
          </a:xfrm>
          <a:prstGeom prst="rect">
            <a:avLst/>
          </a:prstGeom>
          <a:solidFill>
            <a:srgbClr val="B39CC5"/>
          </a:solidFill>
          <a:ln w="0">
            <a:noFill/>
          </a:ln>
        </p:spPr>
      </p:sp>
      <p:sp>
        <p:nvSpPr>
          <p:cNvPr id="35" name="SHADE-3-3">
            <a:extLst>
              <a:ext uri="{FF2B5EF4-FFF2-40B4-BE49-F238E27FC236}">
                <ns2:creationId id="{21FA1E4E-BEA8-49AF-A1F7-2618EADE3292}"/>
              </a:ext>
            </a:extLst>
          </p:cNvPr>
          <p:cNvSpPr>
            <a:spLocks noGrp="1"/>
          </p:cNvSpPr>
          <p:nvPr/>
        </p:nvSpPr>
        <p:spPr>
          <a:xfrm>
            <a:off x="9925050" y="3228975"/>
            <a:ext cx="285750" cy="323850"/>
          </a:xfrm>
          <a:prstGeom prst="rect">
            <a:avLst/>
          </a:prstGeom>
          <a:solidFill>
            <a:srgbClr val="9274AA"/>
          </a:solidFill>
          <a:ln w="0">
            <a:noFill/>
          </a:ln>
        </p:spPr>
      </p:sp>
      <p:sp>
        <p:nvSpPr>
          <p:cNvPr id="36" name="SHADE-3-4">
            <a:extLst>
              <a:ext uri="{FF2B5EF4-FFF2-40B4-BE49-F238E27FC236}">
                <ns2:creationId id="{86D46F6D-896D-4B3A-BB92-586532E3539F}"/>
              </a:ext>
            </a:extLst>
          </p:cNvPr>
          <p:cNvSpPr>
            <a:spLocks noGrp="1"/>
          </p:cNvSpPr>
          <p:nvPr/>
        </p:nvSpPr>
        <p:spPr>
          <a:xfrm>
            <a:off x="10267950" y="3228975"/>
            <a:ext cx="285750" cy="323850"/>
          </a:xfrm>
          <a:prstGeom prst="rect">
            <a:avLst/>
          </a:prstGeom>
          <a:solidFill>
            <a:srgbClr val="6C547F"/>
          </a:solidFill>
          <a:ln w="0">
            <a:noFill/>
          </a:ln>
        </p:spPr>
      </p:sp>
      <p:sp>
        <p:nvSpPr>
          <p:cNvPr id="37" name="SHADE-3-5">
            <a:extLst>
              <a:ext uri="{FF2B5EF4-FFF2-40B4-BE49-F238E27FC236}">
                <ns2:creationId id="{0016CCBF-009F-4E12-BD22-55716AFFA86B}"/>
              </a:ext>
            </a:extLst>
          </p:cNvPr>
          <p:cNvSpPr>
            <a:spLocks noGrp="1"/>
          </p:cNvSpPr>
          <p:nvPr/>
        </p:nvSpPr>
        <p:spPr>
          <a:xfrm>
            <a:off x="10610850" y="3228975"/>
            <a:ext cx="285750" cy="323850"/>
          </a:xfrm>
          <a:prstGeom prst="rect">
            <a:avLst/>
          </a:prstGeom>
          <a:solidFill>
            <a:srgbClr val="493758"/>
          </a:solidFill>
          <a:ln w="0">
            <a:noFill/>
          </a:ln>
        </p:spPr>
      </p:sp>
      <p:sp>
        <p:nvSpPr>
          <p:cNvPr id="38" name="SHADE-3-6">
            <a:extLst>
              <a:ext uri="{FF2B5EF4-FFF2-40B4-BE49-F238E27FC236}">
                <ns2:creationId id="{9B3A0C72-6F0F-4DA3-93B7-3055E4439409}"/>
              </a:ext>
            </a:extLst>
          </p:cNvPr>
          <p:cNvSpPr>
            <a:spLocks noGrp="1"/>
          </p:cNvSpPr>
          <p:nvPr/>
        </p:nvSpPr>
        <p:spPr>
          <a:xfrm>
            <a:off x="10953750" y="3228975"/>
            <a:ext cx="285750" cy="323850"/>
          </a:xfrm>
          <a:prstGeom prst="rect">
            <a:avLst/>
          </a:prstGeom>
          <a:solidFill>
            <a:srgbClr val="281B33"/>
          </a:solidFill>
          <a:ln w="0">
            <a:noFill/>
          </a:ln>
        </p:spPr>
      </p:sp>
      <p:sp>
        <p:nvSpPr>
          <p:cNvPr id="39" name="TONE_LABEL-4">
            <a:extLst>
              <a:ext uri="{FF2B5EF4-FFF2-40B4-BE49-F238E27FC236}">
                <ns2:creationId id="{8A267B88-A4BE-4ABA-BD2F-B5D42B888DD3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82533"/>
                </a:solidFill>
              </a:defRPr>
            </a:defPPr>
          </a:lstStyle>
          <a:p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05  #D1AA45</a:t>
            </a:r>
          </a:p>
        </p:txBody>
      </p:sp>
      <p:sp>
        <p:nvSpPr>
          <p:cNvPr id="40" name="TONAL-4">
            <a:extLst>
              <a:ext uri="{FF2B5EF4-FFF2-40B4-BE49-F238E27FC236}">
                <ns2:creationId id="{3DBAE30C-9004-4742-B1F8-9BB62DA186A5}"/>
              </a:ext>
            </a:extLst>
          </p:cNvPr>
          <p:cNvSpPr>
            <a:spLocks noGrp="1"/>
          </p:cNvSpPr>
          <p:nvPr/>
        </p:nvSpPr>
        <p:spPr>
          <a:xfrm>
            <a:off x="2762250" y="3771900"/>
            <a:ext cx="5810250" cy="323850"/>
          </a:xfrm>
          <a:prstGeom prst="rect">
            <a:avLst/>
          </a:prstGeom>
          <a:gradFill rotWithShape="1">
            <a:gsLst>
              <a:gs pos="0">
                <a:srgbClr val="FAF1DD"/>
              </a:gs>
              <a:gs pos="6250">
                <a:srgbClr val="F5E8CB"/>
              </a:gs>
              <a:gs pos="12500">
                <a:srgbClr val="F0DFBA"/>
              </a:gs>
              <a:gs pos="18750">
                <a:srgbClr val="EBD7A8"/>
              </a:gs>
              <a:gs pos="25000">
                <a:srgbClr val="E6CE96"/>
              </a:gs>
              <a:gs pos="31250">
                <a:srgbClr val="E0C583"/>
              </a:gs>
              <a:gs pos="37500">
                <a:srgbClr val="DBBC70"/>
              </a:gs>
              <a:gs pos="43750">
                <a:srgbClr val="D6B35C"/>
              </a:gs>
              <a:gs pos="50000">
                <a:srgbClr val="D1AA45"/>
              </a:gs>
              <a:gs pos="56250">
                <a:srgbClr val="BA973B"/>
              </a:gs>
              <a:gs pos="62500">
                <a:srgbClr val="A48431"/>
              </a:gs>
              <a:gs pos="68750">
                <a:srgbClr val="8E7227"/>
              </a:gs>
              <a:gs pos="75000">
                <a:srgbClr val="79611E"/>
              </a:gs>
              <a:gs pos="81250">
                <a:srgbClr val="654F15"/>
              </a:gs>
              <a:gs pos="87500">
                <a:srgbClr val="513F0C"/>
              </a:gs>
              <a:gs pos="93750">
                <a:srgbClr val="3E2F04"/>
              </a:gs>
              <a:gs pos="100000">
                <a:srgbClr val="2C2000"/>
              </a:gs>
            </a:gsLst>
            <a:lin ang="0" scaled="1"/>
          </a:gradFill>
          <a:ln w="0">
            <a:noFill/>
          </a:ln>
        </p:spPr>
      </p:sp>
      <p:sp>
        <p:nvSpPr>
          <p:cNvPr id="41" name="SHADE-4-0">
            <a:extLst>
              <a:ext uri="{FF2B5EF4-FFF2-40B4-BE49-F238E27FC236}">
                <ns2:creationId id="{2BF8CD35-1258-4110-B158-2E39275BCCED}"/>
              </a:ext>
            </a:extLst>
          </p:cNvPr>
          <p:cNvSpPr>
            <a:spLocks noGrp="1"/>
          </p:cNvSpPr>
          <p:nvPr/>
        </p:nvSpPr>
        <p:spPr>
          <a:xfrm>
            <a:off x="8896350" y="3771900"/>
            <a:ext cx="285750" cy="323850"/>
          </a:xfrm>
          <a:prstGeom prst="rect">
            <a:avLst/>
          </a:prstGeom>
          <a:solidFill>
            <a:srgbClr val="FAF1DD"/>
          </a:solidFill>
          <a:ln w="0">
            <a:noFill/>
          </a:ln>
        </p:spPr>
      </p:sp>
      <p:sp>
        <p:nvSpPr>
          <p:cNvPr id="42" name="SHADE-4-1">
            <a:extLst>
              <a:ext uri="{FF2B5EF4-FFF2-40B4-BE49-F238E27FC236}">
                <ns2:creationId id="{CAF93120-B28B-4FF0-858E-2F858F2341A8}"/>
              </a:ext>
            </a:extLst>
          </p:cNvPr>
          <p:cNvSpPr>
            <a:spLocks noGrp="1"/>
          </p:cNvSpPr>
          <p:nvPr/>
        </p:nvSpPr>
        <p:spPr>
          <a:xfrm>
            <a:off x="9239250" y="3771900"/>
            <a:ext cx="285750" cy="323850"/>
          </a:xfrm>
          <a:prstGeom prst="rect">
            <a:avLst/>
          </a:prstGeom>
          <a:solidFill>
            <a:srgbClr val="ECD9AE"/>
          </a:solidFill>
          <a:ln w="0">
            <a:noFill/>
          </a:ln>
        </p:spPr>
      </p:sp>
      <p:sp>
        <p:nvSpPr>
          <p:cNvPr id="43" name="SHADE-4-2">
            <a:extLst>
              <a:ext uri="{FF2B5EF4-FFF2-40B4-BE49-F238E27FC236}">
                <ns2:creationId id="{EB0DA51D-0F40-4C6F-86DF-9310E184482D}"/>
              </a:ext>
            </a:extLst>
          </p:cNvPr>
          <p:cNvSpPr>
            <a:spLocks noGrp="1"/>
          </p:cNvSpPr>
          <p:nvPr/>
        </p:nvSpPr>
        <p:spPr>
          <a:xfrm>
            <a:off x="9582150" y="3771900"/>
            <a:ext cx="285750" cy="323850"/>
          </a:xfrm>
          <a:prstGeom prst="rect">
            <a:avLst/>
          </a:prstGeom>
          <a:solidFill>
            <a:srgbClr val="DFC27E"/>
          </a:solidFill>
          <a:ln w="0">
            <a:noFill/>
          </a:ln>
        </p:spPr>
      </p:sp>
      <p:sp>
        <p:nvSpPr>
          <p:cNvPr id="44" name="SHADE-4-3">
            <a:extLst>
              <a:ext uri="{FF2B5EF4-FFF2-40B4-BE49-F238E27FC236}">
                <ns2:creationId id="{2978F832-5628-416E-8AA0-539A941529F3}"/>
              </a:ext>
            </a:extLst>
          </p:cNvPr>
          <p:cNvSpPr>
            <a:spLocks noGrp="1"/>
          </p:cNvSpPr>
          <p:nvPr/>
        </p:nvSpPr>
        <p:spPr>
          <a:xfrm>
            <a:off x="9925050" y="3771900"/>
            <a:ext cx="285750" cy="323850"/>
          </a:xfrm>
          <a:prstGeom prst="rect">
            <a:avLst/>
          </a:prstGeom>
          <a:solidFill>
            <a:srgbClr val="D1AA45"/>
          </a:solidFill>
          <a:ln w="0">
            <a:noFill/>
          </a:ln>
        </p:spPr>
      </p:sp>
      <p:sp>
        <p:nvSpPr>
          <p:cNvPr id="45" name="SHADE-4-4">
            <a:extLst>
              <a:ext uri="{FF2B5EF4-FFF2-40B4-BE49-F238E27FC236}">
                <ns2:creationId id="{EBB34882-4BDA-4C69-88B5-7B34207BDBCF}"/>
              </a:ext>
            </a:extLst>
          </p:cNvPr>
          <p:cNvSpPr>
            <a:spLocks noGrp="1"/>
          </p:cNvSpPr>
          <p:nvPr/>
        </p:nvSpPr>
        <p:spPr>
          <a:xfrm>
            <a:off x="10267950" y="3771900"/>
            <a:ext cx="285750" cy="323850"/>
          </a:xfrm>
          <a:prstGeom prst="rect">
            <a:avLst/>
          </a:prstGeom>
          <a:solidFill>
            <a:srgbClr val="95782A"/>
          </a:solidFill>
          <a:ln w="0">
            <a:noFill/>
          </a:ln>
        </p:spPr>
      </p:sp>
      <p:sp>
        <p:nvSpPr>
          <p:cNvPr id="46" name="SHADE-4-5">
            <a:extLst>
              <a:ext uri="{FF2B5EF4-FFF2-40B4-BE49-F238E27FC236}">
                <ns2:creationId id="{46C4AD82-D5C0-49AC-A32D-BDD5AA61E522}"/>
              </a:ext>
            </a:extLst>
          </p:cNvPr>
          <p:cNvSpPr>
            <a:spLocks noGrp="1"/>
          </p:cNvSpPr>
          <p:nvPr/>
        </p:nvSpPr>
        <p:spPr>
          <a:xfrm>
            <a:off x="10610850" y="3771900"/>
            <a:ext cx="285750" cy="323850"/>
          </a:xfrm>
          <a:prstGeom prst="rect">
            <a:avLst/>
          </a:prstGeom>
          <a:solidFill>
            <a:srgbClr val="5F4A12"/>
          </a:solidFill>
          <a:ln w="0">
            <a:noFill/>
          </a:ln>
        </p:spPr>
      </p:sp>
      <p:sp>
        <p:nvSpPr>
          <p:cNvPr id="47" name="SHADE-4-6">
            <a:extLst>
              <a:ext uri="{FF2B5EF4-FFF2-40B4-BE49-F238E27FC236}">
                <ns2:creationId id="{24A66B88-CD7D-418E-9B9B-59ADE0C8DF85}"/>
              </a:ext>
            </a:extLst>
          </p:cNvPr>
          <p:cNvSpPr>
            <a:spLocks noGrp="1"/>
          </p:cNvSpPr>
          <p:nvPr/>
        </p:nvSpPr>
        <p:spPr>
          <a:xfrm>
            <a:off x="10953750" y="3771900"/>
            <a:ext cx="285750" cy="323850"/>
          </a:xfrm>
          <a:prstGeom prst="rect">
            <a:avLst/>
          </a:prstGeom>
          <a:solidFill>
            <a:srgbClr val="2C2000"/>
          </a:solidFill>
          <a:ln w="0">
            <a:noFill/>
          </a:ln>
        </p:spPr>
      </p:sp>
      <p:sp>
        <p:nvSpPr>
          <p:cNvPr id="48" name="TONE_LABEL-5">
            <a:extLst>
              <a:ext uri="{FF2B5EF4-FFF2-40B4-BE49-F238E27FC236}">
                <ns2:creationId id="{D62116D0-41FB-4486-8AA1-6FE580588C9F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82533"/>
                </a:solidFill>
              </a:defRPr>
            </a:defPPr>
          </a:lstStyle>
          <a:p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06  #BA637F</a:t>
            </a:r>
          </a:p>
        </p:txBody>
      </p:sp>
      <p:sp>
        <p:nvSpPr>
          <p:cNvPr id="49" name="TONAL-5">
            <a:extLst>
              <a:ext uri="{FF2B5EF4-FFF2-40B4-BE49-F238E27FC236}">
                <ns2:creationId id="{810A6146-5F45-4C2E-9BE8-2002384829E5}"/>
              </a:ext>
            </a:extLst>
          </p:cNvPr>
          <p:cNvSpPr>
            <a:spLocks noGrp="1"/>
          </p:cNvSpPr>
          <p:nvPr/>
        </p:nvSpPr>
        <p:spPr>
          <a:xfrm>
            <a:off x="2762250" y="4314825"/>
            <a:ext cx="5810250" cy="323850"/>
          </a:xfrm>
          <a:prstGeom prst="rect">
            <a:avLst/>
          </a:prstGeom>
          <a:gradFill rotWithShape="1">
            <a:gsLst>
              <a:gs pos="0">
                <a:srgbClr val="FFECF1"/>
              </a:gs>
              <a:gs pos="6250">
                <a:srgbClr val="F7DAE2"/>
              </a:gs>
              <a:gs pos="12500">
                <a:srgbClr val="EFC9D3"/>
              </a:gs>
              <a:gs pos="18750">
                <a:srgbClr val="E7B8C5"/>
              </a:gs>
              <a:gs pos="25000">
                <a:srgbClr val="DFA7B6"/>
              </a:gs>
              <a:gs pos="31250">
                <a:srgbClr val="D696A8"/>
              </a:gs>
              <a:gs pos="37500">
                <a:srgbClr val="CD859A"/>
              </a:gs>
              <a:gs pos="43750">
                <a:srgbClr val="C4748C"/>
              </a:gs>
              <a:gs pos="50000">
                <a:srgbClr val="BA637F"/>
              </a:gs>
              <a:gs pos="56250">
                <a:srgbClr val="A95872"/>
              </a:gs>
              <a:gs pos="62500">
                <a:srgbClr val="974D65"/>
              </a:gs>
              <a:gs pos="68750">
                <a:srgbClr val="874359"/>
              </a:gs>
              <a:gs pos="75000">
                <a:srgbClr val="76384D"/>
              </a:gs>
              <a:gs pos="81250">
                <a:srgbClr val="662E41"/>
              </a:gs>
              <a:gs pos="87500">
                <a:srgbClr val="572536"/>
              </a:gs>
              <a:gs pos="93750">
                <a:srgbClr val="481B2B"/>
              </a:gs>
              <a:gs pos="100000">
                <a:srgbClr val="391220"/>
              </a:gs>
            </a:gsLst>
            <a:lin ang="0" scaled="1"/>
          </a:gradFill>
          <a:ln w="0">
            <a:noFill/>
          </a:ln>
        </p:spPr>
      </p:sp>
      <p:sp>
        <p:nvSpPr>
          <p:cNvPr id="50" name="SHADE-5-0">
            <a:extLst>
              <a:ext uri="{FF2B5EF4-FFF2-40B4-BE49-F238E27FC236}">
                <ns2:creationId id="{8A74CA18-64EF-414D-893F-A348E4925BCE}"/>
              </a:ext>
            </a:extLst>
          </p:cNvPr>
          <p:cNvSpPr>
            <a:spLocks noGrp="1"/>
          </p:cNvSpPr>
          <p:nvPr/>
        </p:nvSpPr>
        <p:spPr>
          <a:xfrm>
            <a:off x="8896350" y="4314825"/>
            <a:ext cx="285750" cy="323850"/>
          </a:xfrm>
          <a:prstGeom prst="rect">
            <a:avLst/>
          </a:prstGeom>
          <a:solidFill>
            <a:srgbClr val="FFECF1"/>
          </a:solidFill>
          <a:ln w="0">
            <a:noFill/>
          </a:ln>
        </p:spPr>
      </p:sp>
      <p:sp>
        <p:nvSpPr>
          <p:cNvPr id="51" name="SHADE-5-1">
            <a:extLst>
              <a:ext uri="{FF2B5EF4-FFF2-40B4-BE49-F238E27FC236}">
                <ns2:creationId id="{DF1033FD-392C-4856-86EC-0597C9717BBE}"/>
              </a:ext>
            </a:extLst>
          </p:cNvPr>
          <p:cNvSpPr>
            <a:spLocks noGrp="1"/>
          </p:cNvSpPr>
          <p:nvPr/>
        </p:nvSpPr>
        <p:spPr>
          <a:xfrm>
            <a:off x="9239250" y="4314825"/>
            <a:ext cx="285750" cy="323850"/>
          </a:xfrm>
          <a:prstGeom prst="rect">
            <a:avLst/>
          </a:prstGeom>
          <a:solidFill>
            <a:srgbClr val="EABDC9"/>
          </a:solidFill>
          <a:ln w="0">
            <a:noFill/>
          </a:ln>
        </p:spPr>
      </p:sp>
      <p:sp>
        <p:nvSpPr>
          <p:cNvPr id="52" name="SHADE-5-2">
            <a:extLst>
              <a:ext uri="{FF2B5EF4-FFF2-40B4-BE49-F238E27FC236}">
                <ns2:creationId id="{59A7BB43-B60E-4077-9420-8C3C7F563348}"/>
              </a:ext>
            </a:extLst>
          </p:cNvPr>
          <p:cNvSpPr>
            <a:spLocks noGrp="1"/>
          </p:cNvSpPr>
          <p:nvPr/>
        </p:nvSpPr>
        <p:spPr>
          <a:xfrm>
            <a:off x="9582150" y="4314825"/>
            <a:ext cx="285750" cy="323850"/>
          </a:xfrm>
          <a:prstGeom prst="rect">
            <a:avLst/>
          </a:prstGeom>
          <a:solidFill>
            <a:srgbClr val="D391A4"/>
          </a:solidFill>
          <a:ln w="0">
            <a:noFill/>
          </a:ln>
        </p:spPr>
      </p:sp>
      <p:sp>
        <p:nvSpPr>
          <p:cNvPr id="53" name="SHADE-5-3">
            <a:extLst>
              <a:ext uri="{FF2B5EF4-FFF2-40B4-BE49-F238E27FC236}">
                <ns2:creationId id="{EB7CB71F-EF8A-4230-B911-1BB16BFE91CA}"/>
              </a:ext>
            </a:extLst>
          </p:cNvPr>
          <p:cNvSpPr>
            <a:spLocks noGrp="1"/>
          </p:cNvSpPr>
          <p:nvPr/>
        </p:nvSpPr>
        <p:spPr>
          <a:xfrm>
            <a:off x="9925050" y="4314825"/>
            <a:ext cx="285750" cy="323850"/>
          </a:xfrm>
          <a:prstGeom prst="rect">
            <a:avLst/>
          </a:prstGeom>
          <a:solidFill>
            <a:srgbClr val="BA637F"/>
          </a:solidFill>
          <a:ln w="0">
            <a:noFill/>
          </a:ln>
        </p:spPr>
      </p:sp>
      <p:sp>
        <p:nvSpPr>
          <p:cNvPr id="54" name="SHADE-5-4">
            <a:extLst>
              <a:ext uri="{FF2B5EF4-FFF2-40B4-BE49-F238E27FC236}">
                <ns2:creationId id="{E567E522-B558-4D6C-9B63-FBB46112E63F}"/>
              </a:ext>
            </a:extLst>
          </p:cNvPr>
          <p:cNvSpPr>
            <a:spLocks noGrp="1"/>
          </p:cNvSpPr>
          <p:nvPr/>
        </p:nvSpPr>
        <p:spPr>
          <a:xfrm>
            <a:off x="10267950" y="4314825"/>
            <a:ext cx="285750" cy="323850"/>
          </a:xfrm>
          <a:prstGeom prst="rect">
            <a:avLst/>
          </a:prstGeom>
          <a:solidFill>
            <a:srgbClr val="8C465D"/>
          </a:solidFill>
          <a:ln w="0">
            <a:noFill/>
          </a:ln>
        </p:spPr>
      </p:sp>
      <p:sp>
        <p:nvSpPr>
          <p:cNvPr id="55" name="SHADE-5-5">
            <a:extLst>
              <a:ext uri="{FF2B5EF4-FFF2-40B4-BE49-F238E27FC236}">
                <ns2:creationId id="{805F2A6F-C45C-412C-999A-6A39AAF23AB1}"/>
              </a:ext>
            </a:extLst>
          </p:cNvPr>
          <p:cNvSpPr>
            <a:spLocks noGrp="1"/>
          </p:cNvSpPr>
          <p:nvPr/>
        </p:nvSpPr>
        <p:spPr>
          <a:xfrm>
            <a:off x="10610850" y="4314825"/>
            <a:ext cx="285750" cy="323850"/>
          </a:xfrm>
          <a:prstGeom prst="rect">
            <a:avLst/>
          </a:prstGeom>
          <a:solidFill>
            <a:srgbClr val="612B3E"/>
          </a:solidFill>
          <a:ln w="0">
            <a:noFill/>
          </a:ln>
        </p:spPr>
      </p:sp>
      <p:sp>
        <p:nvSpPr>
          <p:cNvPr id="56" name="SHADE-5-6">
            <a:extLst>
              <a:ext uri="{FF2B5EF4-FFF2-40B4-BE49-F238E27FC236}">
                <ns2:creationId id="{A9F544C0-B8D7-4A74-A947-E14B8AE4B234}"/>
              </a:ext>
            </a:extLst>
          </p:cNvPr>
          <p:cNvSpPr>
            <a:spLocks noGrp="1"/>
          </p:cNvSpPr>
          <p:nvPr/>
        </p:nvSpPr>
        <p:spPr>
          <a:xfrm>
            <a:off x="10953750" y="4314825"/>
            <a:ext cx="285750" cy="323850"/>
          </a:xfrm>
          <a:prstGeom prst="rect">
            <a:avLst/>
          </a:prstGeom>
          <a:solidFill>
            <a:srgbClr val="391220"/>
          </a:solidFill>
          <a:ln w="0">
            <a:noFill/>
          </a:ln>
        </p:spPr>
      </p:sp>
      <p:sp>
        <p:nvSpPr>
          <p:cNvPr id="75" name="FOOTER">
            <a:extLst>
              <a:ext uri="{FF2B5EF4-FFF2-40B4-BE49-F238E27FC236}">
                <ns2:creationId id="{2405533F-176D-4FA7-BD8C-72FD1C802DE7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445465"/>
                </a:solidFill>
              </a:defRPr>
            </a:defPPr>
          </a:lstStyle>
          <a:p>
            <a:pPr>
              <a:defRPr sz="1725" b="0">
                <a:solidFill>
                  <a:srgbClr val="445465"/>
                </a:solidFill>
              </a:defRPr>
            </a:pPr>
            <a:r>
              <a:rPr sz="1725" b="0">
                <a:solidFill>
                  <a:srgbClr val="445465"/>
                </a:solidFill>
              </a:rPr>
              <a:t>Gradients are derived from the main colors. The seven samples are reusable fills.</a:t>
            </a:r>
          </a:p>
        </p:txBody>
      </p:sp>
    </p:spTree>
    <p:extLst>
      <p:ext uri="{BB962C8B-B14F-4D97-AF65-F5344CB8AC3E}">
        <ns3:creationId val="44952354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TITLE">
            <a:extLst>
              <a:ext uri="{FF2B5EF4-FFF2-40B4-BE49-F238E27FC236}">
                <ns2:creationId id="{55D405BE-3DF0-4851-9018-49A1E02CD62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533"/>
                </a:solidFill>
              </a:defRPr>
            </a:defPPr>
          </a:lstStyle>
          <a:p>
            <a:pPr>
              <a:defRPr sz="3300" b="1">
                <a:solidFill>
                  <a:srgbClr val="182533"/>
                </a:solidFill>
              </a:defRPr>
            </a:pPr>
            <a:r>
              <a:rPr sz="3300" b="1">
                <a:solidFill>
                  <a:srgbClr val="182533"/>
                </a:solidFill>
              </a:rPr>
              <a:t>Continuous color scales</a:t>
            </a:r>
          </a:p>
        </p:txBody>
      </p:sp>
      <p:sp>
        <p:nvSpPr>
          <p:cNvPr id="2" name="SUBTITLE">
            <a:extLst>
              <a:ext uri="{FF2B5EF4-FFF2-40B4-BE49-F238E27FC236}">
                <ns2:creationId id="{90AA507D-751C-437B-A07D-54D602047A8B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45465"/>
                </a:solidFill>
              </a:defRPr>
            </a:defPPr>
          </a:lstStyle>
          <a:p>
            <a:pPr>
              <a:defRPr sz="1875" b="0">
                <a:solidFill>
                  <a:srgbClr val="445465"/>
                </a:solidFill>
              </a:defRPr>
            </a:pPr>
            <a:r>
              <a:rPr sz="1875" b="0">
                <a:solidFill>
                  <a:srgbClr val="445465"/>
                </a:solidFill>
              </a:rPr>
              <a:t>Sequential for ordered values / diverging for values around a meaningful center</a:t>
            </a:r>
          </a:p>
        </p:txBody>
      </p:sp>
      <p:sp>
        <p:nvSpPr>
          <p:cNvPr id="3" name="SEQ_LABEL">
            <a:extLst>
              <a:ext uri="{FF2B5EF4-FFF2-40B4-BE49-F238E27FC236}">
                <ns2:creationId id="{13DFC170-CD9A-4AAF-A99F-E53B606D5A5A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82533"/>
                </a:solidFill>
              </a:defRPr>
            </a:defPPr>
          </a:lstStyle>
          <a:p>
            <a:pPr>
              <a:defRPr sz="2250" b="1">
                <a:solidFill>
                  <a:srgbClr val="182533"/>
                </a:solidFill>
              </a:defRPr>
            </a:pPr>
            <a:r>
              <a:rPr sz="2250" b="1">
                <a:solidFill>
                  <a:srgbClr val="182533"/>
                </a:solidFill>
              </a:rPr>
              <a:t>Multihue sequential</a:t>
            </a:r>
          </a:p>
        </p:txBody>
      </p:sp>
      <p:sp>
        <p:nvSpPr>
          <p:cNvPr id="4" name="SEQUENTIAL">
            <a:extLst>
              <a:ext uri="{FF2B5EF4-FFF2-40B4-BE49-F238E27FC236}">
                <ns2:creationId id="{D88C8081-D4E1-4A1B-A63B-8834E41F861E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0972800" cy="762000"/>
          </a:xfrm>
          <a:prstGeom prst="rect">
            <a:avLst/>
          </a:prstGeom>
          <a:gradFill rotWithShape="1">
            <a:gsLst>
              <a:gs pos="0">
                <a:srgbClr val="E8F3FF"/>
              </a:gs>
              <a:gs pos="6250">
                <a:srgbClr val="D3E5F9"/>
              </a:gs>
              <a:gs pos="12500">
                <a:srgbClr val="C3D7EF"/>
              </a:gs>
              <a:gs pos="18750">
                <a:srgbClr val="B6C8E2"/>
              </a:gs>
              <a:gs pos="25000">
                <a:srgbClr val="ACB8D2"/>
              </a:gs>
              <a:gs pos="31250">
                <a:srgbClr val="A4A9C1"/>
              </a:gs>
              <a:gs pos="37500">
                <a:srgbClr val="9D99AD"/>
              </a:gs>
              <a:gs pos="43750">
                <a:srgbClr val="978A99"/>
              </a:gs>
              <a:gs pos="50000">
                <a:srgbClr val="917A84"/>
              </a:gs>
              <a:gs pos="56250">
                <a:srgbClr val="8A6B70"/>
              </a:gs>
              <a:gs pos="62500">
                <a:srgbClr val="825D5C"/>
              </a:gs>
              <a:gs pos="68750">
                <a:srgbClr val="784F4A"/>
              </a:gs>
              <a:gs pos="75000">
                <a:srgbClr val="6C433A"/>
              </a:gs>
              <a:gs pos="81250">
                <a:srgbClr val="5E372D"/>
              </a:gs>
              <a:gs pos="87500">
                <a:srgbClr val="4F2D23"/>
              </a:gs>
              <a:gs pos="93750">
                <a:srgbClr val="3F251C"/>
              </a:gs>
              <a:gs pos="100000">
                <a:srgbClr val="2D1D18"/>
              </a:gs>
            </a:gsLst>
            <a:lin ang="0" scaled="1"/>
          </a:gradFill>
          <a:ln w="0">
            <a:noFill/>
          </a:ln>
        </p:spPr>
      </p:sp>
      <p:sp>
        <p:nvSpPr>
          <p:cNvPr id="5" name="SEQ_DIRECTION">
            <a:extLst>
              <a:ext uri="{FF2B5EF4-FFF2-40B4-BE49-F238E27FC236}">
                <ns2:creationId id="{CD478A58-BB74-4608-9E80-4D5E5A47D2C1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82533"/>
                </a:solidFill>
              </a:defRPr>
            </a:defPPr>
          </a:lstStyle>
          <a:p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Light / low</a:t>
            </a:r>
          </a:p>
        </p:txBody>
      </p:sp>
      <p:sp>
        <p:nvSpPr>
          <p:cNvPr id="6" name="SEQ_HIGH">
            <a:extLst>
              <a:ext uri="{FF2B5EF4-FFF2-40B4-BE49-F238E27FC236}">
                <ns2:creationId id="{5B52E391-1766-4BC5-A4FD-11EFD0A57FF8}"/>
              </a:ext>
            </a:extLst>
          </p:cNvPr>
          <p:cNvSpPr>
            <a:spLocks noGrp="1"/>
          </p:cNvSpPr>
          <p:nvPr/>
        </p:nvSpPr>
        <p:spPr>
          <a:xfrm>
            <a:off x="9715500" y="3228975"/>
            <a:ext cx="18669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82533"/>
                </a:solidFill>
              </a:defRPr>
            </a:defPPr>
          </a:lstStyle>
          <a:p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Dark / high</a:t>
            </a:r>
          </a:p>
        </p:txBody>
      </p:sp>
      <p:sp>
        <p:nvSpPr>
          <p:cNvPr id="7" name="DIV_LABEL">
            <a:extLst>
              <a:ext uri="{FF2B5EF4-FFF2-40B4-BE49-F238E27FC236}">
                <ns2:creationId id="{42F02F5F-087B-4A71-A268-0AF75A26D89D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82533"/>
                </a:solidFill>
              </a:defRPr>
            </a:defPPr>
          </a:lstStyle>
          <a:p>
            <a:pPr>
              <a:defRPr sz="2250" b="1">
                <a:solidFill>
                  <a:srgbClr val="182533"/>
                </a:solidFill>
              </a:defRPr>
            </a:pPr>
            <a:r>
              <a:rPr sz="2250" b="1">
                <a:solidFill>
                  <a:srgbClr val="182533"/>
                </a:solidFill>
              </a:rPr>
              <a:t>Diverging with a neutral center</a:t>
            </a:r>
          </a:p>
        </p:txBody>
      </p:sp>
      <p:sp>
        <p:nvSpPr>
          <p:cNvPr id="8" name="DIVERGING">
            <a:extLst>
              <a:ext uri="{FF2B5EF4-FFF2-40B4-BE49-F238E27FC236}">
                <ns2:creationId id="{16DE974F-74A8-4F5F-A087-7DD1A9F15D87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762000"/>
          </a:xfrm>
          <a:prstGeom prst="rect">
            <a:avLst/>
          </a:prstGeom>
          <a:gradFill rotWithShape="1">
            <a:gsLst>
              <a:gs pos="0">
                <a:srgbClr val="006058"/>
              </a:gs>
              <a:gs pos="6250">
                <a:srgbClr val="30726A"/>
              </a:gs>
              <a:gs pos="12500">
                <a:srgbClr val="4E847C"/>
              </a:gs>
              <a:gs pos="18750">
                <a:srgbClr val="6A968F"/>
              </a:gs>
              <a:gs pos="25000">
                <a:srgbClr val="86A8A3"/>
              </a:gs>
              <a:gs pos="31250">
                <a:srgbClr val="A1BBB7"/>
              </a:gs>
              <a:gs pos="37500">
                <a:srgbClr val="BDCECB"/>
              </a:gs>
              <a:gs pos="43750">
                <a:srgbClr val="D9E1E0"/>
              </a:gs>
              <a:gs pos="50000">
                <a:srgbClr val="F5F5F5"/>
              </a:gs>
              <a:gs pos="56250">
                <a:srgbClr val="E8DBDF"/>
              </a:gs>
              <a:gs pos="62500">
                <a:srgbClr val="DBC2C9"/>
              </a:gs>
              <a:gs pos="68750">
                <a:srgbClr val="CDAAB3"/>
              </a:gs>
              <a:gs pos="75000">
                <a:srgbClr val="BF919E"/>
              </a:gs>
              <a:gs pos="81250">
                <a:srgbClr val="B17A89"/>
              </a:gs>
              <a:gs pos="87500">
                <a:srgbClr val="A26275"/>
              </a:gs>
              <a:gs pos="93750">
                <a:srgbClr val="934A62"/>
              </a:gs>
              <a:gs pos="100000">
                <a:srgbClr val="83324F"/>
              </a:gs>
            </a:gsLst>
            <a:lin ang="0" scaled="1"/>
          </a:gradFill>
          <a:ln w="0">
            <a:noFill/>
          </a:ln>
        </p:spPr>
      </p:sp>
      <p:sp>
        <p:nvSpPr>
          <p:cNvPr id="9" name="DIV_LEFT">
            <a:extLst>
              <a:ext uri="{FF2B5EF4-FFF2-40B4-BE49-F238E27FC236}">
                <ns2:creationId id="{16ED08B4-F675-4BC2-8221-552A8B56110B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82533"/>
                </a:solidFill>
              </a:defRPr>
            </a:defPPr>
          </a:lstStyle>
          <a:p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Low</a:t>
            </a:r>
          </a:p>
        </p:txBody>
      </p:sp>
      <p:sp>
        <p:nvSpPr>
          <p:cNvPr id="10" name="DIV_CENTER">
            <a:extLst>
              <a:ext uri="{FF2B5EF4-FFF2-40B4-BE49-F238E27FC236}">
                <ns2:creationId id="{02E105F9-8D08-4EB1-9298-52E58C6CEBA2}"/>
              </a:ext>
            </a:extLst>
          </p:cNvPr>
          <p:cNvSpPr>
            <a:spLocks noGrp="1"/>
          </p:cNvSpPr>
          <p:nvPr/>
        </p:nvSpPr>
        <p:spPr>
          <a:xfrm>
            <a:off x="5619750" y="53721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82533"/>
                </a:solidFill>
              </a:defRPr>
            </a:defPPr>
          </a:lstStyle>
          <a:p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Center</a:t>
            </a:r>
          </a:p>
        </p:txBody>
      </p:sp>
      <p:sp>
        <p:nvSpPr>
          <p:cNvPr id="11" name="DIV_RIGHT">
            <a:extLst>
              <a:ext uri="{FF2B5EF4-FFF2-40B4-BE49-F238E27FC236}">
                <ns2:creationId id="{C2E8DA02-738E-42F5-BE38-9BF107BFBB09}"/>
              </a:ext>
            </a:extLst>
          </p:cNvPr>
          <p:cNvSpPr>
            <a:spLocks noGrp="1"/>
          </p:cNvSpPr>
          <p:nvPr/>
        </p:nvSpPr>
        <p:spPr>
          <a:xfrm>
            <a:off x="10763250" y="5372100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82533"/>
                </a:solidFill>
              </a:defRPr>
            </a:defPPr>
          </a:lstStyle>
          <a:p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High</a:t>
            </a:r>
          </a:p>
        </p:txBody>
      </p:sp>
      <p:sp>
        <p:nvSpPr>
          <p:cNvPr id="12" name="FOOTER">
            <a:extLst>
              <a:ext uri="{FF2B5EF4-FFF2-40B4-BE49-F238E27FC236}">
                <ns2:creationId id="{BD93FBFE-39B5-499E-A947-426F51E29CA9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445465"/>
                </a:solidFill>
              </a:defRPr>
            </a:defPPr>
          </a:lstStyle>
          <a:p>
            <a:pPr>
              <a:defRPr sz="1725" b="0">
                <a:solidFill>
                  <a:srgbClr val="445465"/>
                </a:solidFill>
              </a:defRPr>
            </a:pPr>
            <a:r>
              <a:rPr sz="1725" b="0">
                <a:solidFill>
                  <a:srgbClr val="445465"/>
                </a:solidFill>
              </a:rPr>
              <a:t>Set data limits and the center in your plotting software; this file supplies colors.</a:t>
            </a:r>
          </a:p>
        </p:txBody>
      </p:sp>
    </p:spTree>
    <p:extLst>
      <p:ext uri="{BB962C8B-B14F-4D97-AF65-F5344CB8AC3E}">
        <ns3:creationId val="99829979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TITLE">
            <a:extLst>
              <a:ext uri="{FF2B5EF4-FFF2-40B4-BE49-F238E27FC236}">
                <ns2:creationId id="{F983E097-B65E-4311-88D2-077BFE11E44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533"/>
                </a:solidFill>
              </a:defRPr>
            </a:defPPr>
          </a:lstStyle>
          <a:p>
            <a:pPr>
              <a:defRPr sz="3300" b="1">
                <a:solidFill>
                  <a:srgbClr val="182533"/>
                </a:solidFill>
              </a:defRPr>
            </a:pPr>
            <a:r>
              <a:rPr sz="3300" b="1">
                <a:solidFill>
                  <a:srgbClr val="182533"/>
                </a:solidFill>
              </a:rPr>
              <a:t>Reuse in PowerPoint and Origin</a:t>
            </a:r>
          </a:p>
        </p:txBody>
      </p:sp>
      <p:sp>
        <p:nvSpPr>
          <p:cNvPr id="2" name="SUBTITLE">
            <a:extLst>
              <a:ext uri="{FF2B5EF4-FFF2-40B4-BE49-F238E27FC236}">
                <ns2:creationId id="{2B6FB6CE-CD1C-410C-B145-73E74CFA6669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445465"/>
                </a:solidFill>
              </a:defRPr>
            </a:defPPr>
          </a:lstStyle>
          <a:p>
            <a:pPr>
              <a:defRPr sz="1875" b="0">
                <a:solidFill>
                  <a:srgbClr val="445465"/>
                </a:solidFill>
              </a:defRPr>
            </a:pPr>
            <a:r>
              <a:rPr sz="1875" b="0">
                <a:solidFill>
                  <a:srgbClr val="445465"/>
                </a:solidFill>
              </a:rPr>
              <a:t>The exported files share the same palette and RGB values.</a:t>
            </a:r>
          </a:p>
        </p:txBody>
      </p:sp>
      <p:sp>
        <p:nvSpPr>
          <p:cNvPr id="3" name="USAGE_TITLE-0">
            <a:extLst>
              <a:ext uri="{FF2B5EF4-FFF2-40B4-BE49-F238E27FC236}">
                <ns2:creationId id="{04586C26-DAF6-4771-8682-FC39C6AD3B03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PowerPoint theme</a:t>
            </a:r>
          </a:p>
        </p:txBody>
      </p:sp>
      <p:sp>
        <p:nvSpPr>
          <p:cNvPr id="4" name="USAGE_BODY-0">
            <a:extLst>
              <a:ext uri="{FF2B5EF4-FFF2-40B4-BE49-F238E27FC236}">
                <ns2:creationId id="{66108E97-8BAB-4093-9370-7167BFCC3425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Design → Themes → Browse for Themes → palette.thmx</a:t>
            </a:r>
          </a:p>
        </p:txBody>
      </p:sp>
      <p:sp>
        <p:nvSpPr>
          <p:cNvPr id="5" name="USAGE_TITLE-1">
            <a:extLst>
              <a:ext uri="{FF2B5EF4-FFF2-40B4-BE49-F238E27FC236}">
                <ns2:creationId id="{AB7ABEDE-E0CD-4E37-8899-F0DFF967DE65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Editable gradient fills</a:t>
            </a:r>
          </a:p>
        </p:txBody>
      </p:sp>
      <p:sp>
        <p:nvSpPr>
          <p:cNvPr id="6" name="USAGE_BODY-1">
            <a:extLst>
              <a:ext uri="{FF2B5EF4-FFF2-40B4-BE49-F238E27FC236}">
                <ns2:creationId id="{E90DC406-B5E6-43D1-9B59-EDABE1449DD4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Copy a swatch or gradient shape; use Format Painter to transfer its fill.</a:t>
            </a:r>
          </a:p>
        </p:txBody>
      </p:sp>
      <p:sp>
        <p:nvSpPr>
          <p:cNvPr id="7" name="USAGE_TITLE-2">
            <a:extLst>
              <a:ext uri="{FF2B5EF4-FFF2-40B4-BE49-F238E27FC236}">
                <ns2:creationId id="{87B50B72-5B44-4D7B-AA34-C0BD15F5D3BD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Origin color list</a:t>
            </a:r>
          </a:p>
        </p:txBody>
      </p:sp>
      <p:sp>
        <p:nvSpPr>
          <p:cNvPr id="8" name="USAGE_BODY-2">
            <a:extLst>
              <a:ext uri="{FF2B5EF4-FFF2-40B4-BE49-F238E27FC236}">
                <ns2:creationId id="{6D8E2CCB-6F05-4BE2-BE39-EB3EF0982B63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Tools → Color Manager → Import from Files → main-colors.pal</a:t>
            </a:r>
          </a:p>
        </p:txBody>
      </p:sp>
      <p:sp>
        <p:nvSpPr>
          <p:cNvPr id="9" name="USAGE_TITLE-3">
            <a:extLst>
              <a:ext uri="{FF2B5EF4-FFF2-40B4-BE49-F238E27FC236}">
                <ns2:creationId id="{1C7AB2D1-AD50-4B49-8168-B71546E1CD69}"/>
              </a:ext>
            </a:extLst>
          </p:cNvPr>
          <p:cNvSpPr>
            <a:spLocks noGrp="1"/>
          </p:cNvSpPr>
          <p:nvPr/>
        </p:nvSpPr>
        <p:spPr>
          <a:xfrm>
            <a:off x="609600" y="42576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Origin continuous scales</a:t>
            </a:r>
          </a:p>
        </p:txBody>
      </p:sp>
      <p:sp>
        <p:nvSpPr>
          <p:cNvPr id="10" name="USAGE_BODY-3">
            <a:extLst>
              <a:ext uri="{FF2B5EF4-FFF2-40B4-BE49-F238E27FC236}">
                <ns2:creationId id="{380D50B7-7B4C-42B3-B99B-65D6E8F023F5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Import a tonal, sequential or diverging .pal file; then choose it for the colormap.</a:t>
            </a:r>
          </a:p>
        </p:txBody>
      </p:sp>
      <p:sp>
        <p:nvSpPr>
          <p:cNvPr id="11" name="USAGE_TITLE-4">
            <a:extLst>
              <a:ext uri="{FF2B5EF4-FFF2-40B4-BE49-F238E27FC236}">
                <ns2:creationId id="{170C9522-6EF2-4814-9139-D40827EF1009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82533"/>
                </a:solidFill>
              </a:defRPr>
            </a:defPPr>
          </a:lstStyle>
          <a:p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More than six main colors</a:t>
            </a:r>
          </a:p>
        </p:txBody>
      </p:sp>
      <p:sp>
        <p:nvSpPr>
          <p:cNvPr id="12" name="USAGE_BODY-4">
            <a:extLst>
              <a:ext uri="{FF2B5EF4-FFF2-40B4-BE49-F238E27FC236}">
                <ns2:creationId id="{B8915BF2-8FC5-416B-ACF7-151CCE112C93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45465"/>
                </a:solidFill>
              </a:defRPr>
            </a:defPPr>
          </a:lstStyle>
          <a:p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PowerPoint has six accent slots. Extra colors stay in the swatch deck.</a:t>
            </a:r>
          </a:p>
        </p:txBody>
      </p:sp>
    </p:spTree>
    <p:extLst>
      <p:ext uri="{BB962C8B-B14F-4D97-AF65-F5344CB8AC3E}">
        <ns3:creationId val="25240129"/>
      </p:ext>
    </p:extLst>
  </p:cSld>
</p:sld>
</file>

<file path=ppt/theme/theme1.xml><?xml version="1.0" encoding="utf-8"?>
<a:theme xmlns:a="http://schemas.openxmlformats.org/drawingml/2006/main" name="Mineral &amp; molecular colors">
  <a:themeElements>
    <a:clrScheme name="Mineral &amp; molecular colors">
      <a:dk1>
        <a:srgbClr val="182533"/>
      </a:dk1>
      <a:lt1>
        <a:srgbClr val="FFFFFF"/>
      </a:lt1>
      <a:dk2>
        <a:srgbClr val="445465"/>
      </a:dk2>
      <a:lt2>
        <a:srgbClr val="F1F4F7"/>
      </a:lt2>
      <a:accent1>
        <a:srgbClr val="28669B"/>
      </a:accent1>
      <a:accent2>
        <a:srgbClr val="DB7853"/>
      </a:accent2>
      <a:accent3>
        <a:srgbClr val="439B91"/>
      </a:accent3>
      <a:accent4>
        <a:srgbClr val="9274AA"/>
      </a:accent4>
      <a:accent5>
        <a:srgbClr val="D1AA45"/>
      </a:accent5>
      <a:accent6>
        <a:srgbClr val="BA637F"/>
      </a:accent6>
      <a:hlink>
        <a:srgbClr val="28669B"/>
      </a:hlink>
      <a:folHlink>
        <a:srgbClr val="BA637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cientific Palette Stud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2026-10-10T16:41:35.2310000Z</dcterms:created>
  <dcterms:modified xsi:type="dcterms:W3CDTF">2026-10-10T16:41:35.2310000Z</dcterms:modified>
</coreProperties>
</file>