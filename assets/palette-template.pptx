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17a58c2204c28" /><Relationship Type="http://schemas.openxmlformats.org/officeDocument/2006/relationships/extended-properties" Target="/docProps/app.xml" Id="Rcf4aa7e4322b4b47" /><Relationship Type="http://schemas.openxmlformats.org/officeDocument/2006/relationships/officeDocument" Target="/ppt/presentation.xml" Id="R6bd59cb9dd154c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7e6f096474eee"/>
  </p:sldMasterIdLst>
  <p:notesMasterIdLst>
    <p:notesMasterId xmlns:r="http://schemas.openxmlformats.org/officeDocument/2006/relationships" r:id="Rdeaa5619311e4147"/>
  </p:notesMasterIdLst>
  <p:sldIdLst>
    <p:sldId xmlns:r="http://schemas.openxmlformats.org/officeDocument/2006/relationships" id="256" r:id="R716793d2d17948f6"/>
    <p:sldId xmlns:r="http://schemas.openxmlformats.org/officeDocument/2006/relationships" id="257" r:id="R66804599e588480f"/>
    <p:sldId xmlns:r="http://schemas.openxmlformats.org/officeDocument/2006/relationships" id="258" r:id="Rbcad1dce72c549c9"/>
    <p:sldId xmlns:r="http://schemas.openxmlformats.org/officeDocument/2006/relationships" id="259" r:id="R86c170c9bf7b40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ccce835f8d463d" /><Relationship Type="http://schemas.openxmlformats.org/officeDocument/2006/relationships/slideMaster" Target="/ppt/slideMasters/slideMaster1.xml" Id="R0a37e6f096474eee" /><Relationship Type="http://schemas.openxmlformats.org/officeDocument/2006/relationships/notesMaster" Target="/ppt/notesMasters/notesMaster1.xml" Id="Rdeaa5619311e4147" /><Relationship Type="http://schemas.openxmlformats.org/officeDocument/2006/relationships/presProps" Target="/ppt/presProps.xml" Id="Rfc07cb89629e4353" /><Relationship Type="http://schemas.openxmlformats.org/officeDocument/2006/relationships/tableStyles" Target="/ppt/tableStyles.xml" Id="R6d9f184ac77b4a93" /><Relationship Type="http://schemas.openxmlformats.org/officeDocument/2006/relationships/slide" Target="/ppt/slides/slide1.xml" Id="R716793d2d17948f6" /><Relationship Type="http://schemas.openxmlformats.org/officeDocument/2006/relationships/slide" Target="/ppt/slides/slide2.xml" Id="R66804599e588480f" /><Relationship Type="http://schemas.openxmlformats.org/officeDocument/2006/relationships/slide" Target="/ppt/slides/slide3.xml" Id="Rbcad1dce72c549c9" /><Relationship Type="http://schemas.openxmlformats.org/officeDocument/2006/relationships/slide" Target="/ppt/slides/slide4.xml" Id="R86c170c9bf7b40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8eaf816a7b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cientific Palette Studio">
      <a:dk1>
        <a:srgbClr val="182533"/>
      </a:dk1>
      <a:lt1>
        <a:srgbClr val="FFFFFF"/>
      </a:lt1>
      <a:dk2>
        <a:srgbClr val="445465"/>
      </a:dk2>
      <a:lt2>
        <a:srgbClr val="F1F4F7"/>
      </a:lt2>
      <a:accent1>
        <a:srgbClr val="28669B"/>
      </a:accent1>
      <a:accent2>
        <a:srgbClr val="DB7853"/>
      </a:accent2>
      <a:accent3>
        <a:srgbClr val="439B91"/>
      </a:accent3>
      <a:accent4>
        <a:srgbClr val="9274AA"/>
      </a:accent4>
      <a:accent5>
        <a:srgbClr val="D1AA45"/>
      </a:accent5>
      <a:accent6>
        <a:srgbClr val="BA637F"/>
      </a:accent6>
      <a:hlink>
        <a:srgbClr val="28669B"/>
      </a:hlink>
      <a:folHlink>
        <a:srgbClr val="BA63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cientific Palette Stud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a986423844f80" /><Relationship Type="http://schemas.openxmlformats.org/officeDocument/2006/relationships/notesMaster" Target="/ppt/notesMasters/notesMaster1.xml" Id="R67917da02c55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9c4343d34c42e3" /><Relationship Type="http://schemas.openxmlformats.org/officeDocument/2006/relationships/notesMaster" Target="/ppt/notesMasters/notesMaster1.xml" Id="R8c43c0e103e948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c06bec6a204998" /><Relationship Type="http://schemas.openxmlformats.org/officeDocument/2006/relationships/notesMaster" Target="/ppt/notesMasters/notesMaster1.xml" Id="Re86f71e421a3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bda40d0c304035" /><Relationship Type="http://schemas.openxmlformats.org/officeDocument/2006/relationships/notesMaster" Target="/ppt/notesMasters/notesMaster1.xml" Id="R84373f5e1a25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3309f3a2047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db26e674b40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395044c4641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2c781b88944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77e56fcab4c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8ff7adb8441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1CA7CE-75DA-443A-8401-2D64ADD501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3DE513-DA4E-4D25-9886-FB161AC2A4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BE74F8-E973-4DF2-B29C-DCF1523831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EFA9BC-B91D-444C-BD65-0B02D68678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E1776E-1372-4BEC-AD92-1EE45F3DD7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5997E0-7F0B-42CB-82FC-29925B2A0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EA27B0-29E6-461F-9DFC-5ED8E2344F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62A7F7-E34C-418B-BAC5-06FC630724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552643-2C48-4FB0-B0F5-C73632CC5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44D17F-9984-4179-B71A-9C5ED3BEBC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37d9b8e70f4ca6" /><Relationship Type="http://schemas.openxmlformats.org/officeDocument/2006/relationships/slideLayout" Target="/ppt/slideLayouts/slideLayout1.xml" Id="R6d248aedcb694dd5" /><Relationship Type="http://schemas.openxmlformats.org/officeDocument/2006/relationships/slideLayout" Target="/ppt/slideLayouts/slideLayout2.xml" Id="R1f1684290df0476c" /><Relationship Type="http://schemas.openxmlformats.org/officeDocument/2006/relationships/slideLayout" Target="/ppt/slideLayouts/slideLayout3.xml" Id="Ra092ad5f557b432b" /><Relationship Type="http://schemas.openxmlformats.org/officeDocument/2006/relationships/slideLayout" Target="/ppt/slideLayouts/slideLayout4.xml" Id="R3507edde2f014e0e" /><Relationship Type="http://schemas.openxmlformats.org/officeDocument/2006/relationships/slideLayout" Target="/ppt/slideLayouts/slideLayout5.xml" Id="R36b1c14af6ec4334" /><Relationship Type="http://schemas.openxmlformats.org/officeDocument/2006/relationships/slideLayout" Target="/ppt/slideLayouts/slideLayout6.xml" Id="R5f39743d80ec40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248aedcb694dd5"/>
    <p:sldLayoutId xmlns:r="http://schemas.openxmlformats.org/officeDocument/2006/relationships" id="2147483650" r:id="R1f1684290df0476c"/>
    <p:sldLayoutId xmlns:r="http://schemas.openxmlformats.org/officeDocument/2006/relationships" id="2147483651" r:id="Ra092ad5f557b432b"/>
    <p:sldLayoutId xmlns:r="http://schemas.openxmlformats.org/officeDocument/2006/relationships" id="2147483652" r:id="R3507edde2f014e0e"/>
    <p:sldLayoutId xmlns:r="http://schemas.openxmlformats.org/officeDocument/2006/relationships" id="2147483653" r:id="R36b1c14af6ec4334"/>
    <p:sldLayoutId xmlns:r="http://schemas.openxmlformats.org/officeDocument/2006/relationships" id="2147483654" r:id="R5f39743d80ec40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cientific Palette Studio">
      <a:dk1>
        <a:srgbClr val="182533"/>
      </a:dk1>
      <a:lt1>
        <a:srgbClr val="FFFFFF"/>
      </a:lt1>
      <a:dk2>
        <a:srgbClr val="445465"/>
      </a:dk2>
      <a:lt2>
        <a:srgbClr val="F1F4F7"/>
      </a:lt2>
      <a:accent1>
        <a:srgbClr val="28669B"/>
      </a:accent1>
      <a:accent2>
        <a:srgbClr val="DB7853"/>
      </a:accent2>
      <a:accent3>
        <a:srgbClr val="439B91"/>
      </a:accent3>
      <a:accent4>
        <a:srgbClr val="9274AA"/>
      </a:accent4>
      <a:accent5>
        <a:srgbClr val="D1AA45"/>
      </a:accent5>
      <a:accent6>
        <a:srgbClr val="BA637F"/>
      </a:accent6>
      <a:hlink>
        <a:srgbClr val="28669B"/>
      </a:hlink>
      <a:folHlink>
        <a:srgbClr val="BA63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cientific Palette Stud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4bcd0be6645ed" /><Relationship Type="http://schemas.openxmlformats.org/officeDocument/2006/relationships/notesSlide" Target="/ppt/notesSlides/notesSlide1.xml" Id="R72d9723f08184e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316927ce440f5" /><Relationship Type="http://schemas.openxmlformats.org/officeDocument/2006/relationships/notesSlide" Target="/ppt/notesSlides/notesSlide2.xml" Id="R8014454e0ae7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a09ae631b43de" /><Relationship Type="http://schemas.openxmlformats.org/officeDocument/2006/relationships/notesSlide" Target="/ppt/notesSlides/notesSlide3.xml" Id="R5715fd785a7d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2909c8bac425b" /><Relationship Type="http://schemas.openxmlformats.org/officeDocument/2006/relationships/notesSlide" Target="/ppt/notesSlides/notesSlide4.xml" Id="R607df238e3fd4e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LETTE_TITLE">
            <a:extLst xmlns:a="http://schemas.openxmlformats.org/drawingml/2006/main">
              <a:ext uri="{FF2B5EF4-FFF2-40B4-BE49-F238E27FC236}">
                <a16:creationId xmlns:a16="http://schemas.microsoft.com/office/drawing/2014/main" id="{5F5FE37F-A083-4F25-8FEB-92D86C4E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Scientific Palette Studio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3FE135-B8F1-49AB-B4C4-570252EC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Editable swatches / exact sRGB values</a:t>
            </a:r>
          </a:p>
        </p:txBody>
      </p:sp>
      <p:sp>
        <p:nvSpPr>
          <p:cNvPr id="3" name="MAIN-0">
            <a:extLst xmlns:a="http://schemas.openxmlformats.org/drawingml/2006/main">
              <a:ext uri="{FF2B5EF4-FFF2-40B4-BE49-F238E27FC236}">
                <a16:creationId xmlns:a16="http://schemas.microsoft.com/office/drawing/2014/main" id="{FBB5F7A0-AF26-4E89-8C7C-69CA11EB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4" name="HEX-0">
            <a:extLst xmlns:a="http://schemas.openxmlformats.org/drawingml/2006/main">
              <a:ext uri="{FF2B5EF4-FFF2-40B4-BE49-F238E27FC236}">
                <a16:creationId xmlns:a16="http://schemas.microsoft.com/office/drawing/2014/main" id="{8DDE7BC0-1C76-4665-B70E-5C89C3D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01  #28669B</a:t>
            </a:r>
          </a:p>
        </p:txBody>
      </p:sp>
      <p:sp>
        <p:nvSpPr>
          <p:cNvPr id="5" name="RGB-0">
            <a:extLst xmlns:a="http://schemas.openxmlformats.org/drawingml/2006/main">
              <a:ext uri="{FF2B5EF4-FFF2-40B4-BE49-F238E27FC236}">
                <a16:creationId xmlns:a16="http://schemas.microsoft.com/office/drawing/2014/main" id="{4A50D016-CF7F-4833-ADF0-A63ED49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40 / 102 / 155</a:t>
            </a:r>
          </a:p>
        </p:txBody>
      </p:sp>
      <p:sp>
        <p:nvSpPr>
          <p:cNvPr id="6" name="MAIN-1">
            <a:extLst xmlns:a="http://schemas.openxmlformats.org/drawingml/2006/main">
              <a:ext uri="{FF2B5EF4-FFF2-40B4-BE49-F238E27FC236}">
                <a16:creationId xmlns:a16="http://schemas.microsoft.com/office/drawing/2014/main" id="{CA8760A7-FAAE-408D-BF1C-BCE77A2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7145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7" name="HEX-1">
            <a:extLst xmlns:a="http://schemas.openxmlformats.org/drawingml/2006/main">
              <a:ext uri="{FF2B5EF4-FFF2-40B4-BE49-F238E27FC236}">
                <a16:creationId xmlns:a16="http://schemas.microsoft.com/office/drawing/2014/main" id="{9DA28D93-8480-4E8E-BEE6-698860E8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76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02  #DB7853</a:t>
            </a:r>
          </a:p>
        </p:txBody>
      </p:sp>
      <p:sp>
        <p:nvSpPr>
          <p:cNvPr id="8" name="RGB-1">
            <a:extLst xmlns:a="http://schemas.openxmlformats.org/drawingml/2006/main">
              <a:ext uri="{FF2B5EF4-FFF2-40B4-BE49-F238E27FC236}">
                <a16:creationId xmlns:a16="http://schemas.microsoft.com/office/drawing/2014/main" id="{814FDDB3-55CD-4B9E-A5AA-AF70CECE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57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219 / 120 / 83</a:t>
            </a:r>
          </a:p>
        </p:txBody>
      </p:sp>
      <p:sp>
        <p:nvSpPr>
          <p:cNvPr id="9" name="MAIN-2">
            <a:extLst xmlns:a="http://schemas.openxmlformats.org/drawingml/2006/main">
              <a:ext uri="{FF2B5EF4-FFF2-40B4-BE49-F238E27FC236}">
                <a16:creationId xmlns:a16="http://schemas.microsoft.com/office/drawing/2014/main" id="{6FADCB30-E1D4-4A19-BA26-8C67D365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10" name="HEX-2">
            <a:extLst xmlns:a="http://schemas.openxmlformats.org/drawingml/2006/main">
              <a:ext uri="{FF2B5EF4-FFF2-40B4-BE49-F238E27FC236}">
                <a16:creationId xmlns:a16="http://schemas.microsoft.com/office/drawing/2014/main" id="{0EB9C1EA-E1B1-46F6-862C-2CEE187A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76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03  #439B91</a:t>
            </a:r>
          </a:p>
        </p:txBody>
      </p:sp>
      <p:sp>
        <p:nvSpPr>
          <p:cNvPr id="11" name="RGB-2">
            <a:extLst xmlns:a="http://schemas.openxmlformats.org/drawingml/2006/main">
              <a:ext uri="{FF2B5EF4-FFF2-40B4-BE49-F238E27FC236}">
                <a16:creationId xmlns:a16="http://schemas.microsoft.com/office/drawing/2014/main" id="{7AAEFC9A-772F-4133-9779-8ACF10A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67 / 155 / 145</a:t>
            </a:r>
          </a:p>
        </p:txBody>
      </p:sp>
      <p:sp>
        <p:nvSpPr>
          <p:cNvPr id="12" name="MAIN-3">
            <a:extLst xmlns:a="http://schemas.openxmlformats.org/drawingml/2006/main">
              <a:ext uri="{FF2B5EF4-FFF2-40B4-BE49-F238E27FC236}">
                <a16:creationId xmlns:a16="http://schemas.microsoft.com/office/drawing/2014/main" id="{0221352E-57E8-4E8E-ACC2-797ADA33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13" name="HEX-3">
            <a:extLst xmlns:a="http://schemas.openxmlformats.org/drawingml/2006/main">
              <a:ext uri="{FF2B5EF4-FFF2-40B4-BE49-F238E27FC236}">
                <a16:creationId xmlns:a16="http://schemas.microsoft.com/office/drawing/2014/main" id="{FC0969A3-E89E-4E1F-B781-8405E792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76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04  #9274AA</a:t>
            </a:r>
          </a:p>
        </p:txBody>
      </p:sp>
      <p:sp>
        <p:nvSpPr>
          <p:cNvPr id="14" name="RGB-3">
            <a:extLst xmlns:a="http://schemas.openxmlformats.org/drawingml/2006/main">
              <a:ext uri="{FF2B5EF4-FFF2-40B4-BE49-F238E27FC236}">
                <a16:creationId xmlns:a16="http://schemas.microsoft.com/office/drawing/2014/main" id="{F50424B7-B225-4E67-96EF-110F7FE2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146 / 116 / 170</a:t>
            </a:r>
          </a:p>
        </p:txBody>
      </p:sp>
      <p:sp>
        <p:nvSpPr>
          <p:cNvPr id="15" name="MAIN-4">
            <a:extLst xmlns:a="http://schemas.openxmlformats.org/drawingml/2006/main">
              <a:ext uri="{FF2B5EF4-FFF2-40B4-BE49-F238E27FC236}">
                <a16:creationId xmlns:a16="http://schemas.microsoft.com/office/drawing/2014/main" id="{D8545507-21EE-443C-A41A-2031F3C5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16" name="HEX-4">
            <a:extLst xmlns:a="http://schemas.openxmlformats.org/drawingml/2006/main">
              <a:ext uri="{FF2B5EF4-FFF2-40B4-BE49-F238E27FC236}">
                <a16:creationId xmlns:a16="http://schemas.microsoft.com/office/drawing/2014/main" id="{B7CE4226-905F-4DEF-818D-FCABDF26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05  #D1AA45</a:t>
            </a:r>
          </a:p>
        </p:txBody>
      </p:sp>
      <p:sp>
        <p:nvSpPr>
          <p:cNvPr id="17" name="RGB-4">
            <a:extLst xmlns:a="http://schemas.openxmlformats.org/drawingml/2006/main">
              <a:ext uri="{FF2B5EF4-FFF2-40B4-BE49-F238E27FC236}">
                <a16:creationId xmlns:a16="http://schemas.microsoft.com/office/drawing/2014/main" id="{0C25086C-FEFF-44B7-AAAA-F6F1FDE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209 / 170 / 69</a:t>
            </a:r>
          </a:p>
        </p:txBody>
      </p:sp>
      <p:sp>
        <p:nvSpPr>
          <p:cNvPr id="18" name="MAIN-5">
            <a:extLst xmlns:a="http://schemas.openxmlformats.org/drawingml/2006/main">
              <a:ext uri="{FF2B5EF4-FFF2-40B4-BE49-F238E27FC236}">
                <a16:creationId xmlns:a16="http://schemas.microsoft.com/office/drawing/2014/main" id="{76FFDAC5-843C-4A25-B89B-D8CA8807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8100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19" name="HEX-5">
            <a:extLst xmlns:a="http://schemas.openxmlformats.org/drawingml/2006/main">
              <a:ext uri="{FF2B5EF4-FFF2-40B4-BE49-F238E27FC236}">
                <a16:creationId xmlns:a16="http://schemas.microsoft.com/office/drawing/2014/main" id="{2AEEBCDE-7EE1-4DEE-96B6-D7B29EBE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972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06  #BA637F</a:t>
            </a:r>
          </a:p>
        </p:txBody>
      </p:sp>
      <p:sp>
        <p:nvSpPr>
          <p:cNvPr id="20" name="RGB-5">
            <a:extLst xmlns:a="http://schemas.openxmlformats.org/drawingml/2006/main">
              <a:ext uri="{FF2B5EF4-FFF2-40B4-BE49-F238E27FC236}">
                <a16:creationId xmlns:a16="http://schemas.microsoft.com/office/drawing/2014/main" id="{95A57D3C-EDF9-44B1-B155-AE4BC493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353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186 / 99 / 127</a:t>
            </a:r>
          </a:p>
        </p:txBody>
      </p:sp>
      <p:sp>
        <p:nvSpPr>
          <p:cNvPr id="21" name="MAIN-6">
            <a:extLst xmlns:a="http://schemas.openxmlformats.org/drawingml/2006/main">
              <a:ext uri="{FF2B5EF4-FFF2-40B4-BE49-F238E27FC236}">
                <a16:creationId xmlns:a16="http://schemas.microsoft.com/office/drawing/2014/main" id="{F09ED69D-EB54-4AAF-A3D6-BFA50B17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22" name="HEX-6">
            <a:extLst xmlns:a="http://schemas.openxmlformats.org/drawingml/2006/main">
              <a:ext uri="{FF2B5EF4-FFF2-40B4-BE49-F238E27FC236}">
                <a16:creationId xmlns:a16="http://schemas.microsoft.com/office/drawing/2014/main" id="{623F87BE-1255-4D1A-B3ED-A90C5F19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72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07  #697EA4</a:t>
            </a:r>
          </a:p>
        </p:txBody>
      </p:sp>
      <p:sp>
        <p:nvSpPr>
          <p:cNvPr id="23" name="RGB-6">
            <a:extLst xmlns:a="http://schemas.openxmlformats.org/drawingml/2006/main">
              <a:ext uri="{FF2B5EF4-FFF2-40B4-BE49-F238E27FC236}">
                <a16:creationId xmlns:a16="http://schemas.microsoft.com/office/drawing/2014/main" id="{641D06D3-073D-46C7-A803-F753EFE1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53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105 / 126 / 164</a:t>
            </a:r>
          </a:p>
        </p:txBody>
      </p:sp>
      <p:sp>
        <p:nvSpPr>
          <p:cNvPr id="24" name="MAIN-7">
            <a:extLst xmlns:a="http://schemas.openxmlformats.org/drawingml/2006/main">
              <a:ext uri="{FF2B5EF4-FFF2-40B4-BE49-F238E27FC236}">
                <a16:creationId xmlns:a16="http://schemas.microsoft.com/office/drawing/2014/main" id="{1FAB9FB2-EA1D-4E87-A965-CB5470DA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5431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25" name="HEX-7">
            <a:extLst xmlns:a="http://schemas.openxmlformats.org/drawingml/2006/main">
              <a:ext uri="{FF2B5EF4-FFF2-40B4-BE49-F238E27FC236}">
                <a16:creationId xmlns:a16="http://schemas.microsoft.com/office/drawing/2014/main" id="{82623AAB-EB40-4043-966B-020C47F0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72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08  #768D52</a:t>
            </a:r>
          </a:p>
        </p:txBody>
      </p:sp>
      <p:sp>
        <p:nvSpPr>
          <p:cNvPr id="26" name="RGB-7">
            <a:extLst xmlns:a="http://schemas.openxmlformats.org/drawingml/2006/main">
              <a:ext uri="{FF2B5EF4-FFF2-40B4-BE49-F238E27FC236}">
                <a16:creationId xmlns:a16="http://schemas.microsoft.com/office/drawing/2014/main" id="{23A442A8-8863-4CE4-A8E2-A6757380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53050"/>
            <a:ext cx="2543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RGB 118 / 141 / 82</a:t>
            </a:r>
          </a:p>
        </p:txBody>
      </p:sp>
      <p:sp>
        <p:nvSpPr>
          <p:cNvPr id="27" name="PALETTE_BASIS">
            <a:extLst xmlns:a="http://schemas.openxmlformats.org/drawingml/2006/main">
              <a:ext uri="{FF2B5EF4-FFF2-40B4-BE49-F238E27FC236}">
                <a16:creationId xmlns:a16="http://schemas.microsoft.com/office/drawing/2014/main" id="{AD03E92E-F7D3-40AF-A4E8-76EC5719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45465"/>
                </a:solidFill>
              </a:defRPr>
            </a:pPr>
            <a:r>
              <a:rPr sz="1725" b="0">
                <a:solidFill>
                  <a:srgbClr val="445465"/>
                </a:solidFill>
              </a:rPr>
              <a:t>8 main colors · original template · sRGB</a:t>
            </a:r>
          </a:p>
        </p:txBody>
      </p:sp>
    </p:spTree>
    <p:extLst>
      <p:ext uri="{BB962C8B-B14F-4D97-AF65-F5344CB8AC3E}">
        <p14:creationId xmlns:p14="http://schemas.microsoft.com/office/powerpoint/2010/main" val="1833389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TITLE">
            <a:extLst xmlns:a="http://schemas.openxmlformats.org/drawingml/2006/main">
              <a:ext uri="{FF2B5EF4-FFF2-40B4-BE49-F238E27FC236}">
                <a16:creationId xmlns:a16="http://schemas.microsoft.com/office/drawing/2014/main" id="{42FF3EFA-6302-4A99-B56C-83E7B13D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Shades, tints and tonal gradients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5CCBB6-2957-4B7C-A575-8796531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Light → main color at 50% → dark. Copy any gradient or discrete swatch.</a:t>
            </a:r>
          </a:p>
        </p:txBody>
      </p:sp>
      <p:sp>
        <p:nvSpPr>
          <p:cNvPr id="3" name="TONE_LABEL-0">
            <a:extLst xmlns:a="http://schemas.openxmlformats.org/drawingml/2006/main">
              <a:ext uri="{FF2B5EF4-FFF2-40B4-BE49-F238E27FC236}">
                <a16:creationId xmlns:a16="http://schemas.microsoft.com/office/drawing/2014/main" id="{D833C28A-2722-4A3A-9F27-BD703F7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01  #28669B</a:t>
            </a:r>
          </a:p>
        </p:txBody>
      </p:sp>
      <p:sp>
        <p:nvSpPr>
          <p:cNvPr id="4" name="TONAL-0">
            <a:extLst xmlns:a="http://schemas.openxmlformats.org/drawingml/2006/main">
              <a:ext uri="{FF2B5EF4-FFF2-40B4-BE49-F238E27FC236}">
                <a16:creationId xmlns:a16="http://schemas.microsoft.com/office/drawing/2014/main" id="{382243BA-33F0-4C64-9F6B-3EF31BF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00200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28669B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" name="SHADE-0-0">
            <a:extLst xmlns:a="http://schemas.openxmlformats.org/drawingml/2006/main">
              <a:ext uri="{FF2B5EF4-FFF2-40B4-BE49-F238E27FC236}">
                <a16:creationId xmlns:a16="http://schemas.microsoft.com/office/drawing/2014/main" id="{D6BF880E-10F1-44C9-8CD0-2FD417E1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002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6" name="SHADE-0-1">
            <a:extLst xmlns:a="http://schemas.openxmlformats.org/drawingml/2006/main">
              <a:ext uri="{FF2B5EF4-FFF2-40B4-BE49-F238E27FC236}">
                <a16:creationId xmlns:a16="http://schemas.microsoft.com/office/drawing/2014/main" id="{2A09ED36-F7A5-404A-BB36-F8205B33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002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7" name="SHADE-0-2">
            <a:extLst xmlns:a="http://schemas.openxmlformats.org/drawingml/2006/main">
              <a:ext uri="{FF2B5EF4-FFF2-40B4-BE49-F238E27FC236}">
                <a16:creationId xmlns:a16="http://schemas.microsoft.com/office/drawing/2014/main" id="{5F2983F1-967A-4F43-B0F3-1F05BF04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002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8" name="SHADE-0-3">
            <a:extLst xmlns:a="http://schemas.openxmlformats.org/drawingml/2006/main">
              <a:ext uri="{FF2B5EF4-FFF2-40B4-BE49-F238E27FC236}">
                <a16:creationId xmlns:a16="http://schemas.microsoft.com/office/drawing/2014/main" id="{3FB36D41-3D2D-4828-AA04-EE71B014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02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9" name="SHADE-0-4">
            <a:extLst xmlns:a="http://schemas.openxmlformats.org/drawingml/2006/main">
              <a:ext uri="{FF2B5EF4-FFF2-40B4-BE49-F238E27FC236}">
                <a16:creationId xmlns:a16="http://schemas.microsoft.com/office/drawing/2014/main" id="{AD30EBA8-330E-497F-A52F-A9A3CA46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6002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10" name="SHADE-0-5">
            <a:extLst xmlns:a="http://schemas.openxmlformats.org/drawingml/2006/main">
              <a:ext uri="{FF2B5EF4-FFF2-40B4-BE49-F238E27FC236}">
                <a16:creationId xmlns:a16="http://schemas.microsoft.com/office/drawing/2014/main" id="{4BDB218E-8737-4B4D-AF4D-C17BD95D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6002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11" name="SHADE-0-6">
            <a:extLst xmlns:a="http://schemas.openxmlformats.org/drawingml/2006/main">
              <a:ext uri="{FF2B5EF4-FFF2-40B4-BE49-F238E27FC236}">
                <a16:creationId xmlns:a16="http://schemas.microsoft.com/office/drawing/2014/main" id="{5A990E94-8178-482F-8723-1B0382BD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6002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69B"/>
          </a:solidFill>
          <a:ln xmlns:a="http://schemas.openxmlformats.org/drawingml/2006/main" w="0">
            <a:noFill/>
          </a:ln>
        </p:spPr>
      </p:sp>
      <p:sp>
        <p:nvSpPr>
          <p:cNvPr id="12" name="TONE_LABEL-1">
            <a:extLst xmlns:a="http://schemas.openxmlformats.org/drawingml/2006/main">
              <a:ext uri="{FF2B5EF4-FFF2-40B4-BE49-F238E27FC236}">
                <a16:creationId xmlns:a16="http://schemas.microsoft.com/office/drawing/2014/main" id="{02B3D2E3-D0C9-4449-ACE7-4A4EE839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02  #DB7853</a:t>
            </a:r>
          </a:p>
        </p:txBody>
      </p:sp>
      <p:sp>
        <p:nvSpPr>
          <p:cNvPr id="13" name="TONAL-1">
            <a:extLst xmlns:a="http://schemas.openxmlformats.org/drawingml/2006/main">
              <a:ext uri="{FF2B5EF4-FFF2-40B4-BE49-F238E27FC236}">
                <a16:creationId xmlns:a16="http://schemas.microsoft.com/office/drawing/2014/main" id="{586F1626-C2F3-4519-B61B-78FD4AC1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43125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DB7853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4" name="SHADE-1-0">
            <a:extLst xmlns:a="http://schemas.openxmlformats.org/drawingml/2006/main">
              <a:ext uri="{FF2B5EF4-FFF2-40B4-BE49-F238E27FC236}">
                <a16:creationId xmlns:a16="http://schemas.microsoft.com/office/drawing/2014/main" id="{58165C86-CEFF-4644-BC1E-FCD2732F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431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15" name="SHADE-1-1">
            <a:extLst xmlns:a="http://schemas.openxmlformats.org/drawingml/2006/main">
              <a:ext uri="{FF2B5EF4-FFF2-40B4-BE49-F238E27FC236}">
                <a16:creationId xmlns:a16="http://schemas.microsoft.com/office/drawing/2014/main" id="{7F7750A4-08A1-45E3-8B38-BF84064C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16" name="SHADE-1-2">
            <a:extLst xmlns:a="http://schemas.openxmlformats.org/drawingml/2006/main">
              <a:ext uri="{FF2B5EF4-FFF2-40B4-BE49-F238E27FC236}">
                <a16:creationId xmlns:a16="http://schemas.microsoft.com/office/drawing/2014/main" id="{DDFB4DCC-F37D-4E99-8C42-45DFF19E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431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17" name="SHADE-1-3">
            <a:extLst xmlns:a="http://schemas.openxmlformats.org/drawingml/2006/main">
              <a:ext uri="{FF2B5EF4-FFF2-40B4-BE49-F238E27FC236}">
                <a16:creationId xmlns:a16="http://schemas.microsoft.com/office/drawing/2014/main" id="{38585B31-8223-4E33-8C78-83B14DAC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431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18" name="SHADE-1-4">
            <a:extLst xmlns:a="http://schemas.openxmlformats.org/drawingml/2006/main">
              <a:ext uri="{FF2B5EF4-FFF2-40B4-BE49-F238E27FC236}">
                <a16:creationId xmlns:a16="http://schemas.microsoft.com/office/drawing/2014/main" id="{4B6BB158-A607-41E7-BDBA-6D070CA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431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19" name="SHADE-1-5">
            <a:extLst xmlns:a="http://schemas.openxmlformats.org/drawingml/2006/main">
              <a:ext uri="{FF2B5EF4-FFF2-40B4-BE49-F238E27FC236}">
                <a16:creationId xmlns:a16="http://schemas.microsoft.com/office/drawing/2014/main" id="{196D9743-9DBD-425E-A20A-52B07967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431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20" name="SHADE-1-6">
            <a:extLst xmlns:a="http://schemas.openxmlformats.org/drawingml/2006/main">
              <a:ext uri="{FF2B5EF4-FFF2-40B4-BE49-F238E27FC236}">
                <a16:creationId xmlns:a16="http://schemas.microsoft.com/office/drawing/2014/main" id="{0C46FBCF-EB45-4BF7-AC23-ACBD8310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431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7853"/>
          </a:solidFill>
          <a:ln xmlns:a="http://schemas.openxmlformats.org/drawingml/2006/main" w="0">
            <a:noFill/>
          </a:ln>
        </p:spPr>
      </p:sp>
      <p:sp>
        <p:nvSpPr>
          <p:cNvPr id="21" name="TONE_LABEL-2">
            <a:extLst xmlns:a="http://schemas.openxmlformats.org/drawingml/2006/main">
              <a:ext uri="{FF2B5EF4-FFF2-40B4-BE49-F238E27FC236}">
                <a16:creationId xmlns:a16="http://schemas.microsoft.com/office/drawing/2014/main" id="{3E551E8E-8595-47DA-9D85-5BCBD58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03  #439B91</a:t>
            </a:r>
          </a:p>
        </p:txBody>
      </p:sp>
      <p:sp>
        <p:nvSpPr>
          <p:cNvPr id="22" name="TONAL-2">
            <a:extLst xmlns:a="http://schemas.openxmlformats.org/drawingml/2006/main">
              <a:ext uri="{FF2B5EF4-FFF2-40B4-BE49-F238E27FC236}">
                <a16:creationId xmlns:a16="http://schemas.microsoft.com/office/drawing/2014/main" id="{872EE0A4-52DB-4759-90C1-F7540005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86050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439B91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3" name="SHADE-2-0">
            <a:extLst xmlns:a="http://schemas.openxmlformats.org/drawingml/2006/main">
              <a:ext uri="{FF2B5EF4-FFF2-40B4-BE49-F238E27FC236}">
                <a16:creationId xmlns:a16="http://schemas.microsoft.com/office/drawing/2014/main" id="{7A85427E-12E4-4DE3-A701-6B4A780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24" name="SHADE-2-1">
            <a:extLst xmlns:a="http://schemas.openxmlformats.org/drawingml/2006/main">
              <a:ext uri="{FF2B5EF4-FFF2-40B4-BE49-F238E27FC236}">
                <a16:creationId xmlns:a16="http://schemas.microsoft.com/office/drawing/2014/main" id="{97DCF4F6-41E4-495F-849B-4143674E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25" name="SHADE-2-2">
            <a:extLst xmlns:a="http://schemas.openxmlformats.org/drawingml/2006/main">
              <a:ext uri="{FF2B5EF4-FFF2-40B4-BE49-F238E27FC236}">
                <a16:creationId xmlns:a16="http://schemas.microsoft.com/office/drawing/2014/main" id="{FBBE321B-7BC0-435E-9863-501D556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26" name="SHADE-2-3">
            <a:extLst xmlns:a="http://schemas.openxmlformats.org/drawingml/2006/main">
              <a:ext uri="{FF2B5EF4-FFF2-40B4-BE49-F238E27FC236}">
                <a16:creationId xmlns:a16="http://schemas.microsoft.com/office/drawing/2014/main" id="{52A8C5CD-537C-41D8-9E5A-7687DA78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27" name="SHADE-2-4">
            <a:extLst xmlns:a="http://schemas.openxmlformats.org/drawingml/2006/main">
              <a:ext uri="{FF2B5EF4-FFF2-40B4-BE49-F238E27FC236}">
                <a16:creationId xmlns:a16="http://schemas.microsoft.com/office/drawing/2014/main" id="{D54CC10A-58BE-4D07-8BB9-35AB97F8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28" name="SHADE-2-5">
            <a:extLst xmlns:a="http://schemas.openxmlformats.org/drawingml/2006/main">
              <a:ext uri="{FF2B5EF4-FFF2-40B4-BE49-F238E27FC236}">
                <a16:creationId xmlns:a16="http://schemas.microsoft.com/office/drawing/2014/main" id="{308EA0BF-5EB3-4B31-9CD1-79481F0D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29" name="SHADE-2-6">
            <a:extLst xmlns:a="http://schemas.openxmlformats.org/drawingml/2006/main">
              <a:ext uri="{FF2B5EF4-FFF2-40B4-BE49-F238E27FC236}">
                <a16:creationId xmlns:a16="http://schemas.microsoft.com/office/drawing/2014/main" id="{6E7DFBB1-B650-4FA6-B3FC-6228696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860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B91"/>
          </a:solidFill>
          <a:ln xmlns:a="http://schemas.openxmlformats.org/drawingml/2006/main" w="0">
            <a:noFill/>
          </a:ln>
        </p:spPr>
      </p:sp>
      <p:sp>
        <p:nvSpPr>
          <p:cNvPr id="30" name="TONE_LABEL-3">
            <a:extLst xmlns:a="http://schemas.openxmlformats.org/drawingml/2006/main">
              <a:ext uri="{FF2B5EF4-FFF2-40B4-BE49-F238E27FC236}">
                <a16:creationId xmlns:a16="http://schemas.microsoft.com/office/drawing/2014/main" id="{895F6F8D-E209-42AA-8B5F-AB9EBE2A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04  #9274AA</a:t>
            </a:r>
          </a:p>
        </p:txBody>
      </p:sp>
      <p:sp>
        <p:nvSpPr>
          <p:cNvPr id="31" name="TONAL-3">
            <a:extLst xmlns:a="http://schemas.openxmlformats.org/drawingml/2006/main">
              <a:ext uri="{FF2B5EF4-FFF2-40B4-BE49-F238E27FC236}">
                <a16:creationId xmlns:a16="http://schemas.microsoft.com/office/drawing/2014/main" id="{04F6928E-6FFD-4BBB-B2ED-2494666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28975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9274AA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2" name="SHADE-3-0">
            <a:extLst xmlns:a="http://schemas.openxmlformats.org/drawingml/2006/main">
              <a:ext uri="{FF2B5EF4-FFF2-40B4-BE49-F238E27FC236}">
                <a16:creationId xmlns:a16="http://schemas.microsoft.com/office/drawing/2014/main" id="{1207696C-A4CA-4F89-BC00-4731F48E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289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33" name="SHADE-3-1">
            <a:extLst xmlns:a="http://schemas.openxmlformats.org/drawingml/2006/main">
              <a:ext uri="{FF2B5EF4-FFF2-40B4-BE49-F238E27FC236}">
                <a16:creationId xmlns:a16="http://schemas.microsoft.com/office/drawing/2014/main" id="{300209A3-F7D6-4518-9A6F-E3A1FA6D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289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34" name="SHADE-3-2">
            <a:extLst xmlns:a="http://schemas.openxmlformats.org/drawingml/2006/main">
              <a:ext uri="{FF2B5EF4-FFF2-40B4-BE49-F238E27FC236}">
                <a16:creationId xmlns:a16="http://schemas.microsoft.com/office/drawing/2014/main" id="{E6D28A94-2038-48FA-A573-5FC2C0E3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289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35" name="SHADE-3-3">
            <a:extLst xmlns:a="http://schemas.openxmlformats.org/drawingml/2006/main">
              <a:ext uri="{FF2B5EF4-FFF2-40B4-BE49-F238E27FC236}">
                <a16:creationId xmlns:a16="http://schemas.microsoft.com/office/drawing/2014/main" id="{21FA1E4E-BEA8-49AF-A1F7-2618EADE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289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36" name="SHADE-3-4">
            <a:extLst xmlns:a="http://schemas.openxmlformats.org/drawingml/2006/main">
              <a:ext uri="{FF2B5EF4-FFF2-40B4-BE49-F238E27FC236}">
                <a16:creationId xmlns:a16="http://schemas.microsoft.com/office/drawing/2014/main" id="{86D46F6D-896D-4B3A-BB92-586532E3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289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37" name="SHADE-3-5">
            <a:extLst xmlns:a="http://schemas.openxmlformats.org/drawingml/2006/main">
              <a:ext uri="{FF2B5EF4-FFF2-40B4-BE49-F238E27FC236}">
                <a16:creationId xmlns:a16="http://schemas.microsoft.com/office/drawing/2014/main" id="{0016CCBF-009F-4E12-BD22-55716AFF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289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38" name="SHADE-3-6">
            <a:extLst xmlns:a="http://schemas.openxmlformats.org/drawingml/2006/main">
              <a:ext uri="{FF2B5EF4-FFF2-40B4-BE49-F238E27FC236}">
                <a16:creationId xmlns:a16="http://schemas.microsoft.com/office/drawing/2014/main" id="{9B3A0C72-6F0F-4DA3-93B7-3055E443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289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4AA"/>
          </a:solidFill>
          <a:ln xmlns:a="http://schemas.openxmlformats.org/drawingml/2006/main" w="0">
            <a:noFill/>
          </a:ln>
        </p:spPr>
      </p:sp>
      <p:sp>
        <p:nvSpPr>
          <p:cNvPr id="39" name="TONE_LABEL-4">
            <a:extLst xmlns:a="http://schemas.openxmlformats.org/drawingml/2006/main">
              <a:ext uri="{FF2B5EF4-FFF2-40B4-BE49-F238E27FC236}">
                <a16:creationId xmlns:a16="http://schemas.microsoft.com/office/drawing/2014/main" id="{8A267B88-A4BE-4ABA-BD2F-B5D42B88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05  #D1AA45</a:t>
            </a:r>
          </a:p>
        </p:txBody>
      </p:sp>
      <p:sp>
        <p:nvSpPr>
          <p:cNvPr id="40" name="TONAL-4">
            <a:extLst xmlns:a="http://schemas.openxmlformats.org/drawingml/2006/main">
              <a:ext uri="{FF2B5EF4-FFF2-40B4-BE49-F238E27FC236}">
                <a16:creationId xmlns:a16="http://schemas.microsoft.com/office/drawing/2014/main" id="{3DBAE30C-9004-4742-B1F8-9BB62DA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71900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D1AA45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41" name="SHADE-4-0">
            <a:extLst xmlns:a="http://schemas.openxmlformats.org/drawingml/2006/main">
              <a:ext uri="{FF2B5EF4-FFF2-40B4-BE49-F238E27FC236}">
                <a16:creationId xmlns:a16="http://schemas.microsoft.com/office/drawing/2014/main" id="{2BF8CD35-1258-4110-B158-2E39275B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719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42" name="SHADE-4-1">
            <a:extLst xmlns:a="http://schemas.openxmlformats.org/drawingml/2006/main">
              <a:ext uri="{FF2B5EF4-FFF2-40B4-BE49-F238E27FC236}">
                <a16:creationId xmlns:a16="http://schemas.microsoft.com/office/drawing/2014/main" id="{CAF93120-B28B-4FF0-858E-2F858F2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719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43" name="SHADE-4-2">
            <a:extLst xmlns:a="http://schemas.openxmlformats.org/drawingml/2006/main">
              <a:ext uri="{FF2B5EF4-FFF2-40B4-BE49-F238E27FC236}">
                <a16:creationId xmlns:a16="http://schemas.microsoft.com/office/drawing/2014/main" id="{EB0DA51D-0F40-4C6F-86DF-9310E184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719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44" name="SHADE-4-3">
            <a:extLst xmlns:a="http://schemas.openxmlformats.org/drawingml/2006/main">
              <a:ext uri="{FF2B5EF4-FFF2-40B4-BE49-F238E27FC236}">
                <a16:creationId xmlns:a16="http://schemas.microsoft.com/office/drawing/2014/main" id="{2978F832-5628-416E-8AA0-539A941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45" name="SHADE-4-4">
            <a:extLst xmlns:a="http://schemas.openxmlformats.org/drawingml/2006/main">
              <a:ext uri="{FF2B5EF4-FFF2-40B4-BE49-F238E27FC236}">
                <a16:creationId xmlns:a16="http://schemas.microsoft.com/office/drawing/2014/main" id="{EBB34882-4BDA-4C69-88B5-7B34207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719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46" name="SHADE-4-5">
            <a:extLst xmlns:a="http://schemas.openxmlformats.org/drawingml/2006/main">
              <a:ext uri="{FF2B5EF4-FFF2-40B4-BE49-F238E27FC236}">
                <a16:creationId xmlns:a16="http://schemas.microsoft.com/office/drawing/2014/main" id="{46C4AD82-D5C0-49AC-A32D-BDD5AA61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7719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47" name="SHADE-4-6">
            <a:extLst xmlns:a="http://schemas.openxmlformats.org/drawingml/2006/main">
              <a:ext uri="{FF2B5EF4-FFF2-40B4-BE49-F238E27FC236}">
                <a16:creationId xmlns:a16="http://schemas.microsoft.com/office/drawing/2014/main" id="{24A66B88-CD7D-418E-9B9B-59ADE0C8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7190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A45"/>
          </a:solidFill>
          <a:ln xmlns:a="http://schemas.openxmlformats.org/drawingml/2006/main" w="0">
            <a:noFill/>
          </a:ln>
        </p:spPr>
      </p:sp>
      <p:sp>
        <p:nvSpPr>
          <p:cNvPr id="48" name="TONE_LABEL-5">
            <a:extLst xmlns:a="http://schemas.openxmlformats.org/drawingml/2006/main">
              <a:ext uri="{FF2B5EF4-FFF2-40B4-BE49-F238E27FC236}">
                <a16:creationId xmlns:a16="http://schemas.microsoft.com/office/drawing/2014/main" id="{D62116D0-41FB-4486-8AA1-6FE5805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06  #BA637F</a:t>
            </a:r>
          </a:p>
        </p:txBody>
      </p:sp>
      <p:sp>
        <p:nvSpPr>
          <p:cNvPr id="49" name="TONAL-5">
            <a:extLst xmlns:a="http://schemas.openxmlformats.org/drawingml/2006/main">
              <a:ext uri="{FF2B5EF4-FFF2-40B4-BE49-F238E27FC236}">
                <a16:creationId xmlns:a16="http://schemas.microsoft.com/office/drawing/2014/main" id="{810A6146-5F45-4C2E-9BE8-20023848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14825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BA637F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0" name="SHADE-5-0">
            <a:extLst xmlns:a="http://schemas.openxmlformats.org/drawingml/2006/main">
              <a:ext uri="{FF2B5EF4-FFF2-40B4-BE49-F238E27FC236}">
                <a16:creationId xmlns:a16="http://schemas.microsoft.com/office/drawing/2014/main" id="{8A74CA18-64EF-414D-893F-A348E49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51" name="SHADE-5-1">
            <a:extLst xmlns:a="http://schemas.openxmlformats.org/drawingml/2006/main">
              <a:ext uri="{FF2B5EF4-FFF2-40B4-BE49-F238E27FC236}">
                <a16:creationId xmlns:a16="http://schemas.microsoft.com/office/drawing/2014/main" id="{DF1033FD-392C-4856-86EC-0597C971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148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52" name="SHADE-5-2">
            <a:extLst xmlns:a="http://schemas.openxmlformats.org/drawingml/2006/main">
              <a:ext uri="{FF2B5EF4-FFF2-40B4-BE49-F238E27FC236}">
                <a16:creationId xmlns:a16="http://schemas.microsoft.com/office/drawing/2014/main" id="{59A7BB43-B60E-4077-9420-8C3C7F56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53" name="SHADE-5-3">
            <a:extLst xmlns:a="http://schemas.openxmlformats.org/drawingml/2006/main">
              <a:ext uri="{FF2B5EF4-FFF2-40B4-BE49-F238E27FC236}">
                <a16:creationId xmlns:a16="http://schemas.microsoft.com/office/drawing/2014/main" id="{EB7CB71F-EF8A-4230-B911-1BB16BFE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148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54" name="SHADE-5-4">
            <a:extLst xmlns:a="http://schemas.openxmlformats.org/drawingml/2006/main">
              <a:ext uri="{FF2B5EF4-FFF2-40B4-BE49-F238E27FC236}">
                <a16:creationId xmlns:a16="http://schemas.microsoft.com/office/drawing/2014/main" id="{E567E522-B558-4D6C-9B63-FBB4611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148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55" name="SHADE-5-5">
            <a:extLst xmlns:a="http://schemas.openxmlformats.org/drawingml/2006/main">
              <a:ext uri="{FF2B5EF4-FFF2-40B4-BE49-F238E27FC236}">
                <a16:creationId xmlns:a16="http://schemas.microsoft.com/office/drawing/2014/main" id="{805F2A6F-C45C-412C-999A-6A39AAF2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3148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56" name="SHADE-5-6">
            <a:extLst xmlns:a="http://schemas.openxmlformats.org/drawingml/2006/main">
              <a:ext uri="{FF2B5EF4-FFF2-40B4-BE49-F238E27FC236}">
                <a16:creationId xmlns:a16="http://schemas.microsoft.com/office/drawing/2014/main" id="{A9F544C0-B8D7-4A74-A947-E14B8AE4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1482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637F"/>
          </a:solidFill>
          <a:ln xmlns:a="http://schemas.openxmlformats.org/drawingml/2006/main" w="0">
            <a:noFill/>
          </a:ln>
        </p:spPr>
      </p:sp>
      <p:sp>
        <p:nvSpPr>
          <p:cNvPr id="57" name="TONE_LABEL-6">
            <a:extLst xmlns:a="http://schemas.openxmlformats.org/drawingml/2006/main">
              <a:ext uri="{FF2B5EF4-FFF2-40B4-BE49-F238E27FC236}">
                <a16:creationId xmlns:a16="http://schemas.microsoft.com/office/drawing/2014/main" id="{0B315982-AF9B-4698-B74E-331C6E65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07  #697EA4</a:t>
            </a:r>
          </a:p>
        </p:txBody>
      </p:sp>
      <p:sp>
        <p:nvSpPr>
          <p:cNvPr id="58" name="TONAL-6">
            <a:extLst xmlns:a="http://schemas.openxmlformats.org/drawingml/2006/main">
              <a:ext uri="{FF2B5EF4-FFF2-40B4-BE49-F238E27FC236}">
                <a16:creationId xmlns:a16="http://schemas.microsoft.com/office/drawing/2014/main" id="{53EDDFD9-52C7-4C24-A8EA-51711ED3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697EA4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9" name="SHADE-6-0">
            <a:extLst xmlns:a="http://schemas.openxmlformats.org/drawingml/2006/main">
              <a:ext uri="{FF2B5EF4-FFF2-40B4-BE49-F238E27FC236}">
                <a16:creationId xmlns:a16="http://schemas.microsoft.com/office/drawing/2014/main" id="{63E5F19A-C94B-4EE7-84A1-141B8DC4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577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60" name="SHADE-6-1">
            <a:extLst xmlns:a="http://schemas.openxmlformats.org/drawingml/2006/main">
              <a:ext uri="{FF2B5EF4-FFF2-40B4-BE49-F238E27FC236}">
                <a16:creationId xmlns:a16="http://schemas.microsoft.com/office/drawing/2014/main" id="{2CC9E266-1D34-491B-AD23-74EC4A8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577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61" name="SHADE-6-2">
            <a:extLst xmlns:a="http://schemas.openxmlformats.org/drawingml/2006/main">
              <a:ext uri="{FF2B5EF4-FFF2-40B4-BE49-F238E27FC236}">
                <a16:creationId xmlns:a16="http://schemas.microsoft.com/office/drawing/2014/main" id="{D47C5A96-D8CE-44D2-9AFD-14E1E302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577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62" name="SHADE-6-3">
            <a:extLst xmlns:a="http://schemas.openxmlformats.org/drawingml/2006/main">
              <a:ext uri="{FF2B5EF4-FFF2-40B4-BE49-F238E27FC236}">
                <a16:creationId xmlns:a16="http://schemas.microsoft.com/office/drawing/2014/main" id="{AE566C4F-527A-484D-B3E3-B36BD730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577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63" name="SHADE-6-4">
            <a:extLst xmlns:a="http://schemas.openxmlformats.org/drawingml/2006/main">
              <a:ext uri="{FF2B5EF4-FFF2-40B4-BE49-F238E27FC236}">
                <a16:creationId xmlns:a16="http://schemas.microsoft.com/office/drawing/2014/main" id="{6DD610FB-1EB4-4204-9D43-11D2F89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8577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64" name="SHADE-6-5">
            <a:extLst xmlns:a="http://schemas.openxmlformats.org/drawingml/2006/main">
              <a:ext uri="{FF2B5EF4-FFF2-40B4-BE49-F238E27FC236}">
                <a16:creationId xmlns:a16="http://schemas.microsoft.com/office/drawing/2014/main" id="{E0D84836-394D-48E7-952D-388207C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8577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65" name="SHADE-6-6">
            <a:extLst xmlns:a="http://schemas.openxmlformats.org/drawingml/2006/main">
              <a:ext uri="{FF2B5EF4-FFF2-40B4-BE49-F238E27FC236}">
                <a16:creationId xmlns:a16="http://schemas.microsoft.com/office/drawing/2014/main" id="{DB78E956-CA75-44FC-933B-693D6CD9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57750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EA4"/>
          </a:solidFill>
          <a:ln xmlns:a="http://schemas.openxmlformats.org/drawingml/2006/main" w="0">
            <a:noFill/>
          </a:ln>
        </p:spPr>
      </p:sp>
      <p:sp>
        <p:nvSpPr>
          <p:cNvPr id="66" name="TONE_LABEL-7">
            <a:extLst xmlns:a="http://schemas.openxmlformats.org/drawingml/2006/main">
              <a:ext uri="{FF2B5EF4-FFF2-40B4-BE49-F238E27FC236}">
                <a16:creationId xmlns:a16="http://schemas.microsoft.com/office/drawing/2014/main" id="{B8D41FB6-A8C0-4337-BD70-A00ADE2E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2533"/>
                </a:solidFill>
              </a:defRPr>
            </a:pPr>
            <a:r>
              <a:rPr sz="1875" b="1">
                <a:solidFill>
                  <a:srgbClr val="182533"/>
                </a:solidFill>
              </a:rPr>
              <a:t>08  #768D52</a:t>
            </a:r>
          </a:p>
        </p:txBody>
      </p:sp>
      <p:sp>
        <p:nvSpPr>
          <p:cNvPr id="67" name="TONAL-7">
            <a:extLst xmlns:a="http://schemas.openxmlformats.org/drawingml/2006/main">
              <a:ext uri="{FF2B5EF4-FFF2-40B4-BE49-F238E27FC236}">
                <a16:creationId xmlns:a16="http://schemas.microsoft.com/office/drawing/2014/main" id="{B744A64E-0C39-47D3-9A45-6995E2C0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00675"/>
            <a:ext cx="5810250" cy="3238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50000">
                <a:srgbClr val="768D52"/>
              </a:gs>
              <a:gs pos="100000">
                <a:srgbClr val="18253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8" name="SHADE-7-0">
            <a:extLst xmlns:a="http://schemas.openxmlformats.org/drawingml/2006/main">
              <a:ext uri="{FF2B5EF4-FFF2-40B4-BE49-F238E27FC236}">
                <a16:creationId xmlns:a16="http://schemas.microsoft.com/office/drawing/2014/main" id="{9C366F58-48CF-4306-896E-4A5A0F9C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006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69" name="SHADE-7-1">
            <a:extLst xmlns:a="http://schemas.openxmlformats.org/drawingml/2006/main">
              <a:ext uri="{FF2B5EF4-FFF2-40B4-BE49-F238E27FC236}">
                <a16:creationId xmlns:a16="http://schemas.microsoft.com/office/drawing/2014/main" id="{A24C6E8B-8CC3-47BC-A92B-84D16E1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006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70" name="SHADE-7-2">
            <a:extLst xmlns:a="http://schemas.openxmlformats.org/drawingml/2006/main">
              <a:ext uri="{FF2B5EF4-FFF2-40B4-BE49-F238E27FC236}">
                <a16:creationId xmlns:a16="http://schemas.microsoft.com/office/drawing/2014/main" id="{8BE0F428-BCD3-43F8-865E-011AD6C2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006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71" name="SHADE-7-3">
            <a:extLst xmlns:a="http://schemas.openxmlformats.org/drawingml/2006/main">
              <a:ext uri="{FF2B5EF4-FFF2-40B4-BE49-F238E27FC236}">
                <a16:creationId xmlns:a16="http://schemas.microsoft.com/office/drawing/2014/main" id="{7D6C18BF-1D89-4723-98A0-A2BCBE4A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006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72" name="SHADE-7-4">
            <a:extLst xmlns:a="http://schemas.openxmlformats.org/drawingml/2006/main">
              <a:ext uri="{FF2B5EF4-FFF2-40B4-BE49-F238E27FC236}">
                <a16:creationId xmlns:a16="http://schemas.microsoft.com/office/drawing/2014/main" id="{708BF03F-60AF-40BF-B6CD-452004B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4006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73" name="SHADE-7-5">
            <a:extLst xmlns:a="http://schemas.openxmlformats.org/drawingml/2006/main">
              <a:ext uri="{FF2B5EF4-FFF2-40B4-BE49-F238E27FC236}">
                <a16:creationId xmlns:a16="http://schemas.microsoft.com/office/drawing/2014/main" id="{0273DD83-73A6-4826-BA15-34143288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4006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74" name="SHADE-7-6">
            <a:extLst xmlns:a="http://schemas.openxmlformats.org/drawingml/2006/main">
              <a:ext uri="{FF2B5EF4-FFF2-40B4-BE49-F238E27FC236}">
                <a16:creationId xmlns:a16="http://schemas.microsoft.com/office/drawing/2014/main" id="{B7BD6CB5-0163-4C5F-852F-B5F2124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00675"/>
            <a:ext cx="28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8D52"/>
          </a:solidFill>
          <a:ln xmlns:a="http://schemas.openxmlformats.org/drawingml/2006/main" w="0">
            <a:noFill/>
          </a:ln>
        </p:spPr>
      </p:sp>
      <p:sp>
        <p:nvSpPr>
          <p:cNvPr id="75" name="FOOTER">
            <a:extLst xmlns:a="http://schemas.openxmlformats.org/drawingml/2006/main">
              <a:ext uri="{FF2B5EF4-FFF2-40B4-BE49-F238E27FC236}">
                <a16:creationId xmlns:a16="http://schemas.microsoft.com/office/drawing/2014/main" id="{2405533F-176D-4FA7-BD8C-72FD1C80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45465"/>
                </a:solidFill>
              </a:defRPr>
            </a:pPr>
            <a:r>
              <a:rPr sz="1725" b="0">
                <a:solidFill>
                  <a:srgbClr val="445465"/>
                </a:solidFill>
              </a:rPr>
              <a:t>Gradients are derived from the main colors. The seven samples are reusable fills.</a:t>
            </a:r>
          </a:p>
        </p:txBody>
      </p:sp>
    </p:spTree>
    <p:extLst>
      <p:ext uri="{BB962C8B-B14F-4D97-AF65-F5344CB8AC3E}">
        <p14:creationId xmlns:p14="http://schemas.microsoft.com/office/powerpoint/2010/main" val="449523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55D405BE-3DF0-4851-9018-49A1E02C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Continuous color scales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AA507D-751C-437B-A07D-54D6020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Sequential for ordered values / diverging for values around a meaningful center</a:t>
            </a:r>
          </a:p>
        </p:txBody>
      </p:sp>
      <p:sp>
        <p:nvSpPr>
          <p:cNvPr id="3" name="SEQ_LABEL">
            <a:extLst xmlns:a="http://schemas.openxmlformats.org/drawingml/2006/main">
              <a:ext uri="{FF2B5EF4-FFF2-40B4-BE49-F238E27FC236}">
                <a16:creationId xmlns:a16="http://schemas.microsoft.com/office/drawing/2014/main" id="{13DFC170-CD9A-4AAF-A99F-E53B606D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2533"/>
                </a:solidFill>
              </a:defRPr>
            </a:pPr>
            <a:r>
              <a:rPr sz="2250" b="1">
                <a:solidFill>
                  <a:srgbClr val="182533"/>
                </a:solidFill>
              </a:rPr>
              <a:t>Multihue sequential</a:t>
            </a:r>
          </a:p>
        </p:txBody>
      </p:sp>
      <p:sp>
        <p:nvSpPr>
          <p:cNvPr id="4" name="SEQUENTIAL">
            <a:extLst xmlns:a="http://schemas.openxmlformats.org/drawingml/2006/main">
              <a:ext uri="{FF2B5EF4-FFF2-40B4-BE49-F238E27FC236}">
                <a16:creationId xmlns:a16="http://schemas.microsoft.com/office/drawing/2014/main" id="{D88C8081-D4E1-4A1B-A63B-8834E41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762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1F4F7"/>
              </a:gs>
              <a:gs pos="100000">
                <a:srgbClr val="28669B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" name="SEQ_DIRECTION">
            <a:extLst xmlns:a="http://schemas.openxmlformats.org/drawingml/2006/main">
              <a:ext uri="{FF2B5EF4-FFF2-40B4-BE49-F238E27FC236}">
                <a16:creationId xmlns:a16="http://schemas.microsoft.com/office/drawing/2014/main" id="{CD478A58-BB74-4608-9E80-4D5E5A47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Light / low</a:t>
            </a:r>
          </a:p>
        </p:txBody>
      </p:sp>
      <p:sp>
        <p:nvSpPr>
          <p:cNvPr id="6" name="SEQ_HIGH">
            <a:extLst xmlns:a="http://schemas.openxmlformats.org/drawingml/2006/main">
              <a:ext uri="{FF2B5EF4-FFF2-40B4-BE49-F238E27FC236}">
                <a16:creationId xmlns:a16="http://schemas.microsoft.com/office/drawing/2014/main" id="{5B52E391-1766-4BC5-A4FD-11EFD0A5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2897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Dark / high</a:t>
            </a:r>
          </a:p>
        </p:txBody>
      </p:sp>
      <p:sp>
        <p:nvSpPr>
          <p:cNvPr id="7" name="DIV_LABEL">
            <a:extLst xmlns:a="http://schemas.openxmlformats.org/drawingml/2006/main">
              <a:ext uri="{FF2B5EF4-FFF2-40B4-BE49-F238E27FC236}">
                <a16:creationId xmlns:a16="http://schemas.microsoft.com/office/drawing/2014/main" id="{42F02F5F-087B-4A71-A268-0AF75A26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2533"/>
                </a:solidFill>
              </a:defRPr>
            </a:pPr>
            <a:r>
              <a:rPr sz="2250" b="1">
                <a:solidFill>
                  <a:srgbClr val="182533"/>
                </a:solidFill>
              </a:rPr>
              <a:t>Diverging with a neutral center</a:t>
            </a:r>
          </a:p>
        </p:txBody>
      </p:sp>
      <p:sp>
        <p:nvSpPr>
          <p:cNvPr id="8" name="DIVERGING">
            <a:extLst xmlns:a="http://schemas.openxmlformats.org/drawingml/2006/main">
              <a:ext uri="{FF2B5EF4-FFF2-40B4-BE49-F238E27FC236}">
                <a16:creationId xmlns:a16="http://schemas.microsoft.com/office/drawing/2014/main" id="{16DE974F-74A8-4F5F-A087-7DD1A9F1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762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8669B"/>
              </a:gs>
              <a:gs pos="50000">
                <a:srgbClr val="F5F5F5"/>
              </a:gs>
              <a:gs pos="100000">
                <a:srgbClr val="DB7853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9" name="DIV_LEFT">
            <a:extLst xmlns:a="http://schemas.openxmlformats.org/drawingml/2006/main">
              <a:ext uri="{FF2B5EF4-FFF2-40B4-BE49-F238E27FC236}">
                <a16:creationId xmlns:a16="http://schemas.microsoft.com/office/drawing/2014/main" id="{16ED08B4-F675-4BC2-8221-552A8B56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Low</a:t>
            </a:r>
          </a:p>
        </p:txBody>
      </p:sp>
      <p:sp>
        <p:nvSpPr>
          <p:cNvPr id="10" name="DIV_CENTER">
            <a:extLst xmlns:a="http://schemas.openxmlformats.org/drawingml/2006/main">
              <a:ext uri="{FF2B5EF4-FFF2-40B4-BE49-F238E27FC236}">
                <a16:creationId xmlns:a16="http://schemas.microsoft.com/office/drawing/2014/main" id="{02E105F9-8D08-4EB1-9298-52E58C6C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72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Center</a:t>
            </a:r>
          </a:p>
        </p:txBody>
      </p:sp>
      <p:sp>
        <p:nvSpPr>
          <p:cNvPr id="11" name="DIV_RIGHT">
            <a:extLst xmlns:a="http://schemas.openxmlformats.org/drawingml/2006/main">
              <a:ext uri="{FF2B5EF4-FFF2-40B4-BE49-F238E27FC236}">
                <a16:creationId xmlns:a16="http://schemas.microsoft.com/office/drawing/2014/main" id="{C2E8DA02-738E-42F5-BE38-9BF107B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72100"/>
            <a:ext cx="819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2533"/>
                </a:solidFill>
              </a:defRPr>
            </a:pPr>
            <a:r>
              <a:rPr sz="1800" b="0">
                <a:solidFill>
                  <a:srgbClr val="182533"/>
                </a:solidFill>
              </a:rPr>
              <a:t>High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BD93FBFE-39B5-499E-A947-426F51E2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45465"/>
                </a:solidFill>
              </a:defRPr>
            </a:pPr>
            <a:r>
              <a:rPr sz="1725" b="0">
                <a:solidFill>
                  <a:srgbClr val="445465"/>
                </a:solidFill>
              </a:rPr>
              <a:t>Set data limits and the center in your plotting software; this file supplies colors.</a:t>
            </a:r>
          </a:p>
        </p:txBody>
      </p:sp>
    </p:spTree>
    <p:extLst>
      <p:ext uri="{BB962C8B-B14F-4D97-AF65-F5344CB8AC3E}">
        <p14:creationId xmlns:p14="http://schemas.microsoft.com/office/powerpoint/2010/main" val="998299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983E097-B65E-4311-88D2-077BFE11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533"/>
                </a:solidFill>
              </a:defRPr>
            </a:pPr>
            <a:r>
              <a:rPr sz="3300" b="1">
                <a:solidFill>
                  <a:srgbClr val="182533"/>
                </a:solidFill>
              </a:rPr>
              <a:t>Reuse in PowerPoint and Origin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6FB6CE-CD1C-410C-B145-73E74CFA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45465"/>
                </a:solidFill>
              </a:defRPr>
            </a:pPr>
            <a:r>
              <a:rPr sz="1875" b="0">
                <a:solidFill>
                  <a:srgbClr val="445465"/>
                </a:solidFill>
              </a:rPr>
              <a:t>The exported files share the same palette and RGB values.</a:t>
            </a:r>
          </a:p>
        </p:txBody>
      </p:sp>
      <p:sp>
        <p:nvSpPr>
          <p:cNvPr id="3" name="USAGE_TITLE-0">
            <a:extLst xmlns:a="http://schemas.openxmlformats.org/drawingml/2006/main">
              <a:ext uri="{FF2B5EF4-FFF2-40B4-BE49-F238E27FC236}">
                <a16:creationId xmlns:a16="http://schemas.microsoft.com/office/drawing/2014/main" id="{04586C26-DAF6-4771-8682-FC39C6A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PowerPoint theme</a:t>
            </a:r>
          </a:p>
        </p:txBody>
      </p:sp>
      <p:sp>
        <p:nvSpPr>
          <p:cNvPr id="4" name="USAGE_BODY-0">
            <a:extLst xmlns:a="http://schemas.openxmlformats.org/drawingml/2006/main">
              <a:ext uri="{FF2B5EF4-FFF2-40B4-BE49-F238E27FC236}">
                <a16:creationId xmlns:a16="http://schemas.microsoft.com/office/drawing/2014/main" id="{66108E97-8BAB-4093-9370-7167BFCC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Design → Themes → Browse for Themes → palette.thmx</a:t>
            </a:r>
          </a:p>
        </p:txBody>
      </p:sp>
      <p:sp>
        <p:nvSpPr>
          <p:cNvPr id="5" name="USAGE_TITLE-1">
            <a:extLst xmlns:a="http://schemas.openxmlformats.org/drawingml/2006/main">
              <a:ext uri="{FF2B5EF4-FFF2-40B4-BE49-F238E27FC236}">
                <a16:creationId xmlns:a16="http://schemas.microsoft.com/office/drawing/2014/main" id="{AB7ABEDE-E0CD-4E37-8899-F0DFF967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Editable gradient fills</a:t>
            </a:r>
          </a:p>
        </p:txBody>
      </p:sp>
      <p:sp>
        <p:nvSpPr>
          <p:cNvPr id="6" name="USAGE_BODY-1">
            <a:extLst xmlns:a="http://schemas.openxmlformats.org/drawingml/2006/main">
              <a:ext uri="{FF2B5EF4-FFF2-40B4-BE49-F238E27FC236}">
                <a16:creationId xmlns:a16="http://schemas.microsoft.com/office/drawing/2014/main" id="{E90DC406-B5E6-43D1-9B59-EDABE144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Copy a swatch or gradient shape; use Format Painter to transfer its fill.</a:t>
            </a:r>
          </a:p>
        </p:txBody>
      </p:sp>
      <p:sp>
        <p:nvSpPr>
          <p:cNvPr id="7" name="USAGE_TITLE-2">
            <a:extLst xmlns:a="http://schemas.openxmlformats.org/drawingml/2006/main">
              <a:ext uri="{FF2B5EF4-FFF2-40B4-BE49-F238E27FC236}">
                <a16:creationId xmlns:a16="http://schemas.microsoft.com/office/drawing/2014/main" id="{87B50B72-5B44-4D7B-AA34-C0BD15F5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Origin color list</a:t>
            </a:r>
          </a:p>
        </p:txBody>
      </p:sp>
      <p:sp>
        <p:nvSpPr>
          <p:cNvPr id="8" name="USAGE_BODY-2">
            <a:extLst xmlns:a="http://schemas.openxmlformats.org/drawingml/2006/main">
              <a:ext uri="{FF2B5EF4-FFF2-40B4-BE49-F238E27FC236}">
                <a16:creationId xmlns:a16="http://schemas.microsoft.com/office/drawing/2014/main" id="{6D8E2CCB-6F05-4BE2-BE39-EB3EF09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Tools → Color Manager → Import from Files → main-colors.pal</a:t>
            </a:r>
          </a:p>
        </p:txBody>
      </p:sp>
      <p:sp>
        <p:nvSpPr>
          <p:cNvPr id="9" name="USAGE_TITLE-3">
            <a:extLst xmlns:a="http://schemas.openxmlformats.org/drawingml/2006/main">
              <a:ext uri="{FF2B5EF4-FFF2-40B4-BE49-F238E27FC236}">
                <a16:creationId xmlns:a16="http://schemas.microsoft.com/office/drawing/2014/main" id="{1C7AB2D1-AD50-4B49-8168-B71546E1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Origin continuous scales</a:t>
            </a:r>
          </a:p>
        </p:txBody>
      </p:sp>
      <p:sp>
        <p:nvSpPr>
          <p:cNvPr id="10" name="USAGE_BODY-3">
            <a:extLst xmlns:a="http://schemas.openxmlformats.org/drawingml/2006/main">
              <a:ext uri="{FF2B5EF4-FFF2-40B4-BE49-F238E27FC236}">
                <a16:creationId xmlns:a16="http://schemas.microsoft.com/office/drawing/2014/main" id="{380D50B7-7B4C-42B3-B99B-65D6E8F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Import a tonal, sequential or diverging .pal file; then choose it for the colormap.</a:t>
            </a:r>
          </a:p>
        </p:txBody>
      </p:sp>
      <p:sp>
        <p:nvSpPr>
          <p:cNvPr id="11" name="USAGE_TITLE-4">
            <a:extLst xmlns:a="http://schemas.openxmlformats.org/drawingml/2006/main">
              <a:ext uri="{FF2B5EF4-FFF2-40B4-BE49-F238E27FC236}">
                <a16:creationId xmlns:a16="http://schemas.microsoft.com/office/drawing/2014/main" id="{170C9522-6EF2-4814-9139-D40827E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253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2533"/>
                </a:solidFill>
              </a:defRPr>
            </a:pPr>
            <a:r>
              <a:rPr sz="2100" b="1">
                <a:solidFill>
                  <a:srgbClr val="182533"/>
                </a:solidFill>
              </a:rPr>
              <a:t>More than six main colors</a:t>
            </a:r>
          </a:p>
        </p:txBody>
      </p:sp>
      <p:sp>
        <p:nvSpPr>
          <p:cNvPr id="12" name="USAGE_BODY-4">
            <a:extLst xmlns:a="http://schemas.openxmlformats.org/drawingml/2006/main">
              <a:ext uri="{FF2B5EF4-FFF2-40B4-BE49-F238E27FC236}">
                <a16:creationId xmlns:a16="http://schemas.microsoft.com/office/drawing/2014/main" id="{B8915BF2-8FC5-416B-ACF7-151CCE11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4546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45465"/>
                </a:solidFill>
              </a:defRPr>
            </a:pPr>
            <a:r>
              <a:rPr sz="1800" b="0">
                <a:solidFill>
                  <a:srgbClr val="445465"/>
                </a:solidFill>
              </a:rPr>
              <a:t>PowerPoint has six accent slots. Extra colors stay in the swatch deck.</a:t>
            </a:r>
          </a:p>
        </p:txBody>
      </p:sp>
    </p:spTree>
    <p:extLst>
      <p:ext uri="{BB962C8B-B14F-4D97-AF65-F5344CB8AC3E}">
        <p14:creationId xmlns:p14="http://schemas.microsoft.com/office/powerpoint/2010/main" val="25240129"/>
      </p:ext>
    </p:extLst>
  </p:cSld>
</p:sld>
</file>

<file path=ppt/theme/theme1.xml><?xml version="1.0" encoding="utf-8"?>
<a:theme xmlns:a="http://schemas.openxmlformats.org/drawingml/2006/main" name="ChatGPT">
  <a:themeElements>
    <a:clrScheme name="Scientific Palette Studio">
      <a:dk1>
        <a:srgbClr val="182533"/>
      </a:dk1>
      <a:lt1>
        <a:srgbClr val="FFFFFF"/>
      </a:lt1>
      <a:dk2>
        <a:srgbClr val="445465"/>
      </a:dk2>
      <a:lt2>
        <a:srgbClr val="F1F4F7"/>
      </a:lt2>
      <a:accent1>
        <a:srgbClr val="28669B"/>
      </a:accent1>
      <a:accent2>
        <a:srgbClr val="DB7853"/>
      </a:accent2>
      <a:accent3>
        <a:srgbClr val="439B91"/>
      </a:accent3>
      <a:accent4>
        <a:srgbClr val="9274AA"/>
      </a:accent4>
      <a:accent5>
        <a:srgbClr val="D1AA45"/>
      </a:accent5>
      <a:accent6>
        <a:srgbClr val="BA637F"/>
      </a:accent6>
      <a:hlink>
        <a:srgbClr val="28669B"/>
      </a:hlink>
      <a:folHlink>
        <a:srgbClr val="BA63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cientific Palette Stud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2026-10-10T16:41:35.2310000Z</dcterms:created>
  <dcterms:modified xsi:type="dcterms:W3CDTF">2026-10-10T16:41:35.2310000Z</dcterms:modified>
</coreProperties>
</file>